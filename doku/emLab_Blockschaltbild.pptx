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0_5B03572B.xml" ContentType="application/vnd.ms-powerpoint.comments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4177387-5181-26A5-7774-2D173DDFEBBE}" name="ZUDRELL-KOCH Stefan" initials="ZKS" userId="S::Stefan.Zudrell-Koch@htl-rankweil.at::e9a6a590-508e-40e7-9af9-9f85dae119b7" providerId="AD"/>
  <p188:author id="{021CBAA2-47D3-F5E5-EC97-11F4AD3ABB60}" name="Guest User" initials="GU" userId="S::urn:spo:tenantanon#8a60296f-fbca-4eaa-988a-2026d0e93c19::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142" d="100"/>
          <a:sy n="142" d="100"/>
        </p:scale>
        <p:origin x="126" y="420"/>
      </p:cViewPr>
      <p:guideLst>
        <p:guide orient="horz" pos="23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UDRELL-KOCH Stefan" userId="e9a6a590-508e-40e7-9af9-9f85dae119b7" providerId="ADAL" clId="{846EB65E-710E-4465-9ABC-D154F07DDBCE}"/>
    <pc:docChg chg="custSel modSld">
      <pc:chgData name="ZUDRELL-KOCH Stefan" userId="e9a6a590-508e-40e7-9af9-9f85dae119b7" providerId="ADAL" clId="{846EB65E-710E-4465-9ABC-D154F07DDBCE}" dt="2026-09-06T13:14:10.115" v="17" actId="1076"/>
      <pc:docMkLst>
        <pc:docMk/>
      </pc:docMkLst>
      <pc:sldChg chg="addSp modSp mod">
        <pc:chgData name="ZUDRELL-KOCH Stefan" userId="e9a6a590-508e-40e7-9af9-9f85dae119b7" providerId="ADAL" clId="{846EB65E-710E-4465-9ABC-D154F07DDBCE}" dt="2026-09-06T13:14:10.115" v="17" actId="1076"/>
        <pc:sldMkLst>
          <pc:docMk/>
          <pc:sldMk cId="1526945579" sldId="256"/>
        </pc:sldMkLst>
        <pc:spChg chg="add mod">
          <ac:chgData name="ZUDRELL-KOCH Stefan" userId="e9a6a590-508e-40e7-9af9-9f85dae119b7" providerId="ADAL" clId="{846EB65E-710E-4465-9ABC-D154F07DDBCE}" dt="2026-09-06T13:14:10.115" v="17" actId="1076"/>
          <ac:spMkLst>
            <pc:docMk/>
            <pc:sldMk cId="1526945579" sldId="256"/>
            <ac:spMk id="69" creationId="{DE1E0CAD-3FE6-24CD-C081-F1B230365597}"/>
          </ac:spMkLst>
        </pc:spChg>
        <pc:cxnChg chg="add mod">
          <ac:chgData name="ZUDRELL-KOCH Stefan" userId="e9a6a590-508e-40e7-9af9-9f85dae119b7" providerId="ADAL" clId="{846EB65E-710E-4465-9ABC-D154F07DDBCE}" dt="2026-09-06T13:13:56.244" v="3" actId="14100"/>
          <ac:cxnSpMkLst>
            <pc:docMk/>
            <pc:sldMk cId="1526945579" sldId="256"/>
            <ac:cxnSpMk id="34" creationId="{BDB01C14-BE19-EEF7-5228-DE64F36FB1D6}"/>
          </ac:cxnSpMkLst>
        </pc:cxnChg>
      </pc:sldChg>
    </pc:docChg>
  </pc:docChgLst>
  <pc:docChgLst>
    <pc:chgData name="ZUDRELL-KOCH Stefan" userId="e9a6a590-508e-40e7-9af9-9f85dae119b7" providerId="ADAL" clId="{5B748AC7-C77E-493C-A77B-D94156955FEA}"/>
    <pc:docChg chg="undo custSel delSld modSld">
      <pc:chgData name="ZUDRELL-KOCH Stefan" userId="e9a6a590-508e-40e7-9af9-9f85dae119b7" providerId="ADAL" clId="{5B748AC7-C77E-493C-A77B-D94156955FEA}" dt="2026-09-01T14:34:57.566" v="1288" actId="1076"/>
      <pc:docMkLst>
        <pc:docMk/>
      </pc:docMkLst>
      <pc:sldChg chg="addSp delSp modSp mod addCm delCm modCm">
        <pc:chgData name="ZUDRELL-KOCH Stefan" userId="e9a6a590-508e-40e7-9af9-9f85dae119b7" providerId="ADAL" clId="{5B748AC7-C77E-493C-A77B-D94156955FEA}" dt="2026-09-01T14:34:57.566" v="1288" actId="1076"/>
        <pc:sldMkLst>
          <pc:docMk/>
          <pc:sldMk cId="1526945579" sldId="256"/>
        </pc:sldMkLst>
        <pc:spChg chg="add mod">
          <ac:chgData name="ZUDRELL-KOCH Stefan" userId="e9a6a590-508e-40e7-9af9-9f85dae119b7" providerId="ADAL" clId="{5B748AC7-C77E-493C-A77B-D94156955FEA}" dt="2026-09-01T14:29:02.672" v="1205" actId="20577"/>
          <ac:spMkLst>
            <pc:docMk/>
            <pc:sldMk cId="1526945579" sldId="256"/>
            <ac:spMk id="2" creationId="{9AA73230-BFA1-8075-83D1-5FABD766CFF0}"/>
          </ac:spMkLst>
        </pc:spChg>
        <pc:spChg chg="add mod">
          <ac:chgData name="ZUDRELL-KOCH Stefan" userId="e9a6a590-508e-40e7-9af9-9f85dae119b7" providerId="ADAL" clId="{5B748AC7-C77E-493C-A77B-D94156955FEA}" dt="2026-09-01T14:29:10.077" v="1206" actId="571"/>
          <ac:spMkLst>
            <pc:docMk/>
            <pc:sldMk cId="1526945579" sldId="256"/>
            <ac:spMk id="3" creationId="{D02E7452-1810-5F47-22D7-F6B6DF545B97}"/>
          </ac:spMkLst>
        </pc:spChg>
        <pc:spChg chg="mod">
          <ac:chgData name="ZUDRELL-KOCH Stefan" userId="e9a6a590-508e-40e7-9af9-9f85dae119b7" providerId="ADAL" clId="{5B748AC7-C77E-493C-A77B-D94156955FEA}" dt="2026-09-01T09:26:21.092" v="483" actId="14100"/>
          <ac:spMkLst>
            <pc:docMk/>
            <pc:sldMk cId="1526945579" sldId="256"/>
            <ac:spMk id="4" creationId="{91778D7A-74A4-3E25-B31D-278B0042B992}"/>
          </ac:spMkLst>
        </pc:spChg>
        <pc:spChg chg="mod">
          <ac:chgData name="ZUDRELL-KOCH Stefan" userId="e9a6a590-508e-40e7-9af9-9f85dae119b7" providerId="ADAL" clId="{5B748AC7-C77E-493C-A77B-D94156955FEA}" dt="2026-09-01T14:29:36.407" v="1207"/>
          <ac:spMkLst>
            <pc:docMk/>
            <pc:sldMk cId="1526945579" sldId="256"/>
            <ac:spMk id="6" creationId="{0A4A1FE1-EEC9-A7CD-9132-93B2685071FB}"/>
          </ac:spMkLst>
        </pc:spChg>
        <pc:spChg chg="mod">
          <ac:chgData name="ZUDRELL-KOCH Stefan" userId="e9a6a590-508e-40e7-9af9-9f85dae119b7" providerId="ADAL" clId="{5B748AC7-C77E-493C-A77B-D94156955FEA}" dt="2026-09-01T14:29:36.407" v="1207"/>
          <ac:spMkLst>
            <pc:docMk/>
            <pc:sldMk cId="1526945579" sldId="256"/>
            <ac:spMk id="12" creationId="{47C6F461-02CB-1C8F-FA43-BB9985B7733C}"/>
          </ac:spMkLst>
        </pc:spChg>
        <pc:spChg chg="add del mod">
          <ac:chgData name="ZUDRELL-KOCH Stefan" userId="e9a6a590-508e-40e7-9af9-9f85dae119b7" providerId="ADAL" clId="{5B748AC7-C77E-493C-A77B-D94156955FEA}" dt="2026-09-01T09:46:29.452" v="808" actId="14100"/>
          <ac:spMkLst>
            <pc:docMk/>
            <pc:sldMk cId="1526945579" sldId="256"/>
            <ac:spMk id="14" creationId="{ECA13301-79CA-9D20-03DC-7DF7A54DD550}"/>
          </ac:spMkLst>
        </pc:spChg>
        <pc:spChg chg="mod">
          <ac:chgData name="ZUDRELL-KOCH Stefan" userId="e9a6a590-508e-40e7-9af9-9f85dae119b7" providerId="ADAL" clId="{5B748AC7-C77E-493C-A77B-D94156955FEA}" dt="2026-09-01T14:29:40.459" v="1209" actId="571"/>
          <ac:spMkLst>
            <pc:docMk/>
            <pc:sldMk cId="1526945579" sldId="256"/>
            <ac:spMk id="16" creationId="{51595AB1-5100-537E-190C-74D8B18BB66B}"/>
          </ac:spMkLst>
        </pc:spChg>
        <pc:spChg chg="mod">
          <ac:chgData name="ZUDRELL-KOCH Stefan" userId="e9a6a590-508e-40e7-9af9-9f85dae119b7" providerId="ADAL" clId="{5B748AC7-C77E-493C-A77B-D94156955FEA}" dt="2026-09-01T14:30:05.132" v="1221" actId="20577"/>
          <ac:spMkLst>
            <pc:docMk/>
            <pc:sldMk cId="1526945579" sldId="256"/>
            <ac:spMk id="17" creationId="{B10060E9-EFAD-713C-2501-B5BD06A85526}"/>
          </ac:spMkLst>
        </pc:spChg>
        <pc:spChg chg="mod">
          <ac:chgData name="ZUDRELL-KOCH Stefan" userId="e9a6a590-508e-40e7-9af9-9f85dae119b7" providerId="ADAL" clId="{5B748AC7-C77E-493C-A77B-D94156955FEA}" dt="2026-09-01T09:46:24.401" v="806" actId="1076"/>
          <ac:spMkLst>
            <pc:docMk/>
            <pc:sldMk cId="1526945579" sldId="256"/>
            <ac:spMk id="19" creationId="{2C8365E1-A41B-B639-5AAD-98D53620F2A2}"/>
          </ac:spMkLst>
        </pc:spChg>
        <pc:spChg chg="mod">
          <ac:chgData name="ZUDRELL-KOCH Stefan" userId="e9a6a590-508e-40e7-9af9-9f85dae119b7" providerId="ADAL" clId="{5B748AC7-C77E-493C-A77B-D94156955FEA}" dt="2026-09-01T09:56:44.159" v="1031" actId="14100"/>
          <ac:spMkLst>
            <pc:docMk/>
            <pc:sldMk cId="1526945579" sldId="256"/>
            <ac:spMk id="20" creationId="{A49056B8-D49D-590D-B590-98A1A2DD016E}"/>
          </ac:spMkLst>
        </pc:spChg>
        <pc:spChg chg="mod">
          <ac:chgData name="ZUDRELL-KOCH Stefan" userId="e9a6a590-508e-40e7-9af9-9f85dae119b7" providerId="ADAL" clId="{5B748AC7-C77E-493C-A77B-D94156955FEA}" dt="2026-09-01T09:46:26.821" v="807" actId="1076"/>
          <ac:spMkLst>
            <pc:docMk/>
            <pc:sldMk cId="1526945579" sldId="256"/>
            <ac:spMk id="21" creationId="{D0D529A5-C989-F0CB-B608-D4D6A603BA32}"/>
          </ac:spMkLst>
        </pc:spChg>
        <pc:spChg chg="mod">
          <ac:chgData name="ZUDRELL-KOCH Stefan" userId="e9a6a590-508e-40e7-9af9-9f85dae119b7" providerId="ADAL" clId="{5B748AC7-C77E-493C-A77B-D94156955FEA}" dt="2026-09-01T14:29:40.459" v="1209" actId="571"/>
          <ac:spMkLst>
            <pc:docMk/>
            <pc:sldMk cId="1526945579" sldId="256"/>
            <ac:spMk id="26" creationId="{7EF64745-6805-87F6-EA53-328B4E3AA9CE}"/>
          </ac:spMkLst>
        </pc:spChg>
        <pc:spChg chg="add mod">
          <ac:chgData name="ZUDRELL-KOCH Stefan" userId="e9a6a590-508e-40e7-9af9-9f85dae119b7" providerId="ADAL" clId="{5B748AC7-C77E-493C-A77B-D94156955FEA}" dt="2026-09-01T14:29:51.683" v="1216" actId="1076"/>
          <ac:spMkLst>
            <pc:docMk/>
            <pc:sldMk cId="1526945579" sldId="256"/>
            <ac:spMk id="28" creationId="{1CB3EC0F-6C6C-2C78-B1D1-A58E6828C700}"/>
          </ac:spMkLst>
        </pc:spChg>
        <pc:spChg chg="add mod">
          <ac:chgData name="ZUDRELL-KOCH Stefan" userId="e9a6a590-508e-40e7-9af9-9f85dae119b7" providerId="ADAL" clId="{5B748AC7-C77E-493C-A77B-D94156955FEA}" dt="2026-09-01T14:29:53.592" v="1217" actId="571"/>
          <ac:spMkLst>
            <pc:docMk/>
            <pc:sldMk cId="1526945579" sldId="256"/>
            <ac:spMk id="29" creationId="{75EBBC3B-6ABC-EC0B-A7CB-49E6240EE235}"/>
          </ac:spMkLst>
        </pc:spChg>
        <pc:spChg chg="mod">
          <ac:chgData name="ZUDRELL-KOCH Stefan" userId="e9a6a590-508e-40e7-9af9-9f85dae119b7" providerId="ADAL" clId="{5B748AC7-C77E-493C-A77B-D94156955FEA}" dt="2026-09-01T09:28:46.408" v="528" actId="1076"/>
          <ac:spMkLst>
            <pc:docMk/>
            <pc:sldMk cId="1526945579" sldId="256"/>
            <ac:spMk id="30" creationId="{23D893D3-DC4C-EF4A-2109-432A7C1EEFC5}"/>
          </ac:spMkLst>
        </pc:spChg>
        <pc:spChg chg="add 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31" creationId="{FC5623A0-9B78-1B6A-0C41-CA0E4C82E095}"/>
          </ac:spMkLst>
        </pc:spChg>
        <pc:spChg chg="add 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32" creationId="{57C58E40-ADB3-A4BE-9FBB-AF8D872A8A68}"/>
          </ac:spMkLst>
        </pc:spChg>
        <pc:spChg chg="mod">
          <ac:chgData name="ZUDRELL-KOCH Stefan" userId="e9a6a590-508e-40e7-9af9-9f85dae119b7" providerId="ADAL" clId="{5B748AC7-C77E-493C-A77B-D94156955FEA}" dt="2026-09-01T14:34:53.081" v="1287" actId="1076"/>
          <ac:spMkLst>
            <pc:docMk/>
            <pc:sldMk cId="1526945579" sldId="256"/>
            <ac:spMk id="33" creationId="{4DEBECE7-20C8-2CC5-D84B-6E299FC5B663}"/>
          </ac:spMkLst>
        </pc:spChg>
        <pc:spChg chg="mod">
          <ac:chgData name="ZUDRELL-KOCH Stefan" userId="e9a6a590-508e-40e7-9af9-9f85dae119b7" providerId="ADAL" clId="{5B748AC7-C77E-493C-A77B-D94156955FEA}" dt="2026-09-01T10:01:46.367" v="1156" actId="113"/>
          <ac:spMkLst>
            <pc:docMk/>
            <pc:sldMk cId="1526945579" sldId="256"/>
            <ac:spMk id="35" creationId="{15CF585A-6DF0-8587-689F-C03A67509053}"/>
          </ac:spMkLst>
        </pc:spChg>
        <pc:spChg chg="mod">
          <ac:chgData name="ZUDRELL-KOCH Stefan" userId="e9a6a590-508e-40e7-9af9-9f85dae119b7" providerId="ADAL" clId="{5B748AC7-C77E-493C-A77B-D94156955FEA}" dt="2026-09-01T09:55:45.230" v="1009" actId="1076"/>
          <ac:spMkLst>
            <pc:docMk/>
            <pc:sldMk cId="1526945579" sldId="256"/>
            <ac:spMk id="36" creationId="{BA89C700-0B5E-57A6-E534-D3DA8C34A7C5}"/>
          </ac:spMkLst>
        </pc:spChg>
        <pc:spChg chg="add mod">
          <ac:chgData name="ZUDRELL-KOCH Stefan" userId="e9a6a590-508e-40e7-9af9-9f85dae119b7" providerId="ADAL" clId="{5B748AC7-C77E-493C-A77B-D94156955FEA}" dt="2026-09-01T09:25:13.624" v="404" actId="1076"/>
          <ac:spMkLst>
            <pc:docMk/>
            <pc:sldMk cId="1526945579" sldId="256"/>
            <ac:spMk id="38" creationId="{92A8C53C-28DB-AD07-F060-3C788A6E875B}"/>
          </ac:spMkLst>
        </pc:spChg>
        <pc:spChg chg="add mod">
          <ac:chgData name="ZUDRELL-KOCH Stefan" userId="e9a6a590-508e-40e7-9af9-9f85dae119b7" providerId="ADAL" clId="{5B748AC7-C77E-493C-A77B-D94156955FEA}" dt="2026-09-01T09:25:25.906" v="428" actId="20577"/>
          <ac:spMkLst>
            <pc:docMk/>
            <pc:sldMk cId="1526945579" sldId="256"/>
            <ac:spMk id="39" creationId="{1D0D833D-BFFB-6F15-948A-7E516EBC43EC}"/>
          </ac:spMkLst>
        </pc:spChg>
        <pc:spChg chg="add mod">
          <ac:chgData name="ZUDRELL-KOCH Stefan" userId="e9a6a590-508e-40e7-9af9-9f85dae119b7" providerId="ADAL" clId="{5B748AC7-C77E-493C-A77B-D94156955FEA}" dt="2026-09-01T10:01:54.264" v="1157" actId="113"/>
          <ac:spMkLst>
            <pc:docMk/>
            <pc:sldMk cId="1526945579" sldId="256"/>
            <ac:spMk id="41" creationId="{0FA5F027-748F-934C-02EF-167BFBBA112F}"/>
          </ac:spMkLst>
        </pc:spChg>
        <pc:spChg chg="add mod">
          <ac:chgData name="ZUDRELL-KOCH Stefan" userId="e9a6a590-508e-40e7-9af9-9f85dae119b7" providerId="ADAL" clId="{5B748AC7-C77E-493C-A77B-D94156955FEA}" dt="2026-09-01T14:32:41.997" v="1257" actId="571"/>
          <ac:spMkLst>
            <pc:docMk/>
            <pc:sldMk cId="1526945579" sldId="256"/>
            <ac:spMk id="46" creationId="{A90FD8F7-23C7-F274-8265-C1B93F705917}"/>
          </ac:spMkLst>
        </pc:spChg>
        <pc:spChg chg="add mod">
          <ac:chgData name="ZUDRELL-KOCH Stefan" userId="e9a6a590-508e-40e7-9af9-9f85dae119b7" providerId="ADAL" clId="{5B748AC7-C77E-493C-A77B-D94156955FEA}" dt="2026-09-01T14:32:46.129" v="1258" actId="571"/>
          <ac:spMkLst>
            <pc:docMk/>
            <pc:sldMk cId="1526945579" sldId="256"/>
            <ac:spMk id="47" creationId="{256E8BA5-967E-5CF1-111F-2B84EA8D9B95}"/>
          </ac:spMkLst>
        </pc:spChg>
        <pc:spChg chg="add mod">
          <ac:chgData name="ZUDRELL-KOCH Stefan" userId="e9a6a590-508e-40e7-9af9-9f85dae119b7" providerId="ADAL" clId="{5B748AC7-C77E-493C-A77B-D94156955FEA}" dt="2026-09-01T14:33:02.067" v="1260" actId="1076"/>
          <ac:spMkLst>
            <pc:docMk/>
            <pc:sldMk cId="1526945579" sldId="256"/>
            <ac:spMk id="48" creationId="{F13EA528-4012-D736-F9F0-861D83B9A641}"/>
          </ac:spMkLst>
        </pc:spChg>
        <pc:spChg chg="add mod">
          <ac:chgData name="ZUDRELL-KOCH Stefan" userId="e9a6a590-508e-40e7-9af9-9f85dae119b7" providerId="ADAL" clId="{5B748AC7-C77E-493C-A77B-D94156955FEA}" dt="2026-09-01T14:33:14.816" v="1263" actId="1076"/>
          <ac:spMkLst>
            <pc:docMk/>
            <pc:sldMk cId="1526945579" sldId="256"/>
            <ac:spMk id="49" creationId="{18A8CD56-8E61-3891-D9FA-BAAB8CACEAAE}"/>
          </ac:spMkLst>
        </pc:spChg>
        <pc:spChg chg="mod">
          <ac:chgData name="ZUDRELL-KOCH Stefan" userId="e9a6a590-508e-40e7-9af9-9f85dae119b7" providerId="ADAL" clId="{5B748AC7-C77E-493C-A77B-D94156955FEA}" dt="2026-09-01T14:34:11.423" v="1285" actId="20577"/>
          <ac:spMkLst>
            <pc:docMk/>
            <pc:sldMk cId="1526945579" sldId="256"/>
            <ac:spMk id="51" creationId="{8221E7A9-895B-37EE-A12D-68AE1F6BE54D}"/>
          </ac:spMkLst>
        </pc:spChg>
        <pc:spChg chg="add mod">
          <ac:chgData name="ZUDRELL-KOCH Stefan" userId="e9a6a590-508e-40e7-9af9-9f85dae119b7" providerId="ADAL" clId="{5B748AC7-C77E-493C-A77B-D94156955FEA}" dt="2026-09-01T14:33:17.226" v="1264" actId="571"/>
          <ac:spMkLst>
            <pc:docMk/>
            <pc:sldMk cId="1526945579" sldId="256"/>
            <ac:spMk id="52" creationId="{5A7039C9-0882-605A-B4AE-EB6DFC2358E1}"/>
          </ac:spMkLst>
        </pc:spChg>
        <pc:spChg chg="mod">
          <ac:chgData name="ZUDRELL-KOCH Stefan" userId="e9a6a590-508e-40e7-9af9-9f85dae119b7" providerId="ADAL" clId="{5B748AC7-C77E-493C-A77B-D94156955FEA}" dt="2026-09-01T14:34:09.326" v="1284" actId="1076"/>
          <ac:spMkLst>
            <pc:docMk/>
            <pc:sldMk cId="1526945579" sldId="256"/>
            <ac:spMk id="59" creationId="{D1542A84-D436-5394-91AE-840E5A7A6EFE}"/>
          </ac:spMkLst>
        </pc:spChg>
        <pc:spChg chg="add mod">
          <ac:chgData name="ZUDRELL-KOCH Stefan" userId="e9a6a590-508e-40e7-9af9-9f85dae119b7" providerId="ADAL" clId="{5B748AC7-C77E-493C-A77B-D94156955FEA}" dt="2026-09-01T14:33:36.033" v="1267" actId="571"/>
          <ac:spMkLst>
            <pc:docMk/>
            <pc:sldMk cId="1526945579" sldId="256"/>
            <ac:spMk id="63" creationId="{E27808B4-A783-F139-E62C-7B95E27EA287}"/>
          </ac:spMkLst>
        </pc:spChg>
        <pc:spChg chg="add mod">
          <ac:chgData name="ZUDRELL-KOCH Stefan" userId="e9a6a590-508e-40e7-9af9-9f85dae119b7" providerId="ADAL" clId="{5B748AC7-C77E-493C-A77B-D94156955FEA}" dt="2026-09-01T14:33:53.066" v="1272" actId="571"/>
          <ac:spMkLst>
            <pc:docMk/>
            <pc:sldMk cId="1526945579" sldId="256"/>
            <ac:spMk id="66" creationId="{922BAA85-67C9-F6B7-8475-C7F85D8B40B4}"/>
          </ac:spMkLst>
        </pc:spChg>
        <pc:spChg chg="add mod">
          <ac:chgData name="ZUDRELL-KOCH Stefan" userId="e9a6a590-508e-40e7-9af9-9f85dae119b7" providerId="ADAL" clId="{5B748AC7-C77E-493C-A77B-D94156955FEA}" dt="2026-09-01T14:33:55.219" v="1273" actId="571"/>
          <ac:spMkLst>
            <pc:docMk/>
            <pc:sldMk cId="1526945579" sldId="256"/>
            <ac:spMk id="67" creationId="{1854BEED-1958-F1F5-1703-EEA8EC686C1C}"/>
          </ac:spMkLst>
        </pc:spChg>
        <pc:spChg chg="mod">
          <ac:chgData name="ZUDRELL-KOCH Stefan" userId="e9a6a590-508e-40e7-9af9-9f85dae119b7" providerId="ADAL" clId="{5B748AC7-C77E-493C-A77B-D94156955FEA}" dt="2026-09-01T09:38:49.033" v="577" actId="20577"/>
          <ac:spMkLst>
            <pc:docMk/>
            <pc:sldMk cId="1526945579" sldId="256"/>
            <ac:spMk id="73" creationId="{4FEC6D4C-92F4-E406-915F-5437EA3B674A}"/>
          </ac:spMkLst>
        </pc:spChg>
        <pc:spChg chg="add mod">
          <ac:chgData name="ZUDRELL-KOCH Stefan" userId="e9a6a590-508e-40e7-9af9-9f85dae119b7" providerId="ADAL" clId="{5B748AC7-C77E-493C-A77B-D94156955FEA}" dt="2026-09-01T09:26:27.230" v="484" actId="1076"/>
          <ac:spMkLst>
            <pc:docMk/>
            <pc:sldMk cId="1526945579" sldId="256"/>
            <ac:spMk id="97" creationId="{8A900230-7247-E5BD-C099-BD1C02E8D36F}"/>
          </ac:spMkLst>
        </pc:spChg>
        <pc:spChg chg="add mod">
          <ac:chgData name="ZUDRELL-KOCH Stefan" userId="e9a6a590-508e-40e7-9af9-9f85dae119b7" providerId="ADAL" clId="{5B748AC7-C77E-493C-A77B-D94156955FEA}" dt="2026-09-01T09:26:27.230" v="484" actId="1076"/>
          <ac:spMkLst>
            <pc:docMk/>
            <pc:sldMk cId="1526945579" sldId="256"/>
            <ac:spMk id="100" creationId="{7A1B9A3D-2BAA-A98C-1048-B0FD03F021FC}"/>
          </ac:spMkLst>
        </pc:spChg>
        <pc:spChg chg="mod">
          <ac:chgData name="ZUDRELL-KOCH Stefan" userId="e9a6a590-508e-40e7-9af9-9f85dae119b7" providerId="ADAL" clId="{5B748AC7-C77E-493C-A77B-D94156955FEA}" dt="2026-09-01T09:25:31.885" v="433" actId="20577"/>
          <ac:spMkLst>
            <pc:docMk/>
            <pc:sldMk cId="1526945579" sldId="256"/>
            <ac:spMk id="102" creationId="{E7854E2F-AE2D-8AD9-C47E-459DC87B2E33}"/>
          </ac:spMkLst>
        </pc:spChg>
        <pc:spChg chg="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107" creationId="{BACA2EAE-ACF8-7501-CF71-D06BDB92CD4D}"/>
          </ac:spMkLst>
        </pc:spChg>
        <pc:spChg chg="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108" creationId="{ADE38DDF-E4A5-55F4-0DB0-8FC787804967}"/>
          </ac:spMkLst>
        </pc:spChg>
        <pc:spChg chg="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109" creationId="{5709DDC7-2D8F-13F2-B797-1AB07DB4E8D8}"/>
          </ac:spMkLst>
        </pc:spChg>
        <pc:spChg chg="mod">
          <ac:chgData name="ZUDRELL-KOCH Stefan" userId="e9a6a590-508e-40e7-9af9-9f85dae119b7" providerId="ADAL" clId="{5B748AC7-C77E-493C-A77B-D94156955FEA}" dt="2026-09-01T14:32:00.897" v="1255" actId="1076"/>
          <ac:spMkLst>
            <pc:docMk/>
            <pc:sldMk cId="1526945579" sldId="256"/>
            <ac:spMk id="110" creationId="{52AD175E-7352-A9A8-067F-2A51484BDF3E}"/>
          </ac:spMkLst>
        </pc:spChg>
        <pc:spChg chg="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111" creationId="{3A6A41E1-9DF6-C85D-1867-BF61BA2D9092}"/>
          </ac:spMkLst>
        </pc:spChg>
        <pc:spChg chg="mod">
          <ac:chgData name="ZUDRELL-KOCH Stefan" userId="e9a6a590-508e-40e7-9af9-9f85dae119b7" providerId="ADAL" clId="{5B748AC7-C77E-493C-A77B-D94156955FEA}" dt="2026-09-01T09:59:22.449" v="1088" actId="20577"/>
          <ac:spMkLst>
            <pc:docMk/>
            <pc:sldMk cId="1526945579" sldId="256"/>
            <ac:spMk id="112" creationId="{DF57D11C-3611-E9C0-FFEF-098F332D2A55}"/>
          </ac:spMkLst>
        </pc:spChg>
        <pc:spChg chg="mod">
          <ac:chgData name="ZUDRELL-KOCH Stefan" userId="e9a6a590-508e-40e7-9af9-9f85dae119b7" providerId="ADAL" clId="{5B748AC7-C77E-493C-A77B-D94156955FEA}" dt="2026-09-01T09:52:57.409" v="947" actId="1076"/>
          <ac:spMkLst>
            <pc:docMk/>
            <pc:sldMk cId="1526945579" sldId="256"/>
            <ac:spMk id="113" creationId="{E8F5E6A2-E360-028E-F276-753C062BAA94}"/>
          </ac:spMkLst>
        </pc:spChg>
        <pc:spChg chg="mod">
          <ac:chgData name="ZUDRELL-KOCH Stefan" userId="e9a6a590-508e-40e7-9af9-9f85dae119b7" providerId="ADAL" clId="{5B748AC7-C77E-493C-A77B-D94156955FEA}" dt="2026-09-01T09:53:49.455" v="959" actId="1076"/>
          <ac:spMkLst>
            <pc:docMk/>
            <pc:sldMk cId="1526945579" sldId="256"/>
            <ac:spMk id="114" creationId="{F9068A31-788B-1594-69A9-4B1E926924F9}"/>
          </ac:spMkLst>
        </pc:spChg>
        <pc:spChg chg="mod">
          <ac:chgData name="ZUDRELL-KOCH Stefan" userId="e9a6a590-508e-40e7-9af9-9f85dae119b7" providerId="ADAL" clId="{5B748AC7-C77E-493C-A77B-D94156955FEA}" dt="2026-09-01T14:30:09.586" v="1225" actId="20577"/>
          <ac:spMkLst>
            <pc:docMk/>
            <pc:sldMk cId="1526945579" sldId="256"/>
            <ac:spMk id="118" creationId="{982007E9-2386-DC87-5A01-1A5A5D347C2C}"/>
          </ac:spMkLst>
        </pc:spChg>
        <pc:spChg chg="add mod">
          <ac:chgData name="ZUDRELL-KOCH Stefan" userId="e9a6a590-508e-40e7-9af9-9f85dae119b7" providerId="ADAL" clId="{5B748AC7-C77E-493C-A77B-D94156955FEA}" dt="2026-09-01T09:25:39.876" v="436" actId="1076"/>
          <ac:spMkLst>
            <pc:docMk/>
            <pc:sldMk cId="1526945579" sldId="256"/>
            <ac:spMk id="176" creationId="{DF9ECD5C-6297-D648-28D3-DC71A0514482}"/>
          </ac:spMkLst>
        </pc:spChg>
        <pc:spChg chg="add mod ord">
          <ac:chgData name="ZUDRELL-KOCH Stefan" userId="e9a6a590-508e-40e7-9af9-9f85dae119b7" providerId="ADAL" clId="{5B748AC7-C77E-493C-A77B-D94156955FEA}" dt="2026-09-01T14:31:45.764" v="1238" actId="207"/>
          <ac:spMkLst>
            <pc:docMk/>
            <pc:sldMk cId="1526945579" sldId="256"/>
            <ac:spMk id="182" creationId="{7E436891-74E1-C57B-6AEB-03C426B3DFF5}"/>
          </ac:spMkLst>
        </pc:spChg>
        <pc:spChg chg="add mod">
          <ac:chgData name="ZUDRELL-KOCH Stefan" userId="e9a6a590-508e-40e7-9af9-9f85dae119b7" providerId="ADAL" clId="{5B748AC7-C77E-493C-A77B-D94156955FEA}" dt="2026-09-01T14:33:32.921" v="1266" actId="1076"/>
          <ac:spMkLst>
            <pc:docMk/>
            <pc:sldMk cId="1526945579" sldId="256"/>
            <ac:spMk id="188" creationId="{089CFF42-4389-B25E-3E29-5C1F38539775}"/>
          </ac:spMkLst>
        </pc:spChg>
        <pc:spChg chg="add mod">
          <ac:chgData name="ZUDRELL-KOCH Stefan" userId="e9a6a590-508e-40e7-9af9-9f85dae119b7" providerId="ADAL" clId="{5B748AC7-C77E-493C-A77B-D94156955FEA}" dt="2026-09-01T09:28:49.251" v="529" actId="571"/>
          <ac:spMkLst>
            <pc:docMk/>
            <pc:sldMk cId="1526945579" sldId="256"/>
            <ac:spMk id="192" creationId="{11C347CF-998C-6186-30D8-9004EAD09B07}"/>
          </ac:spMkLst>
        </pc:spChg>
        <pc:spChg chg="mod">
          <ac:chgData name="ZUDRELL-KOCH Stefan" userId="e9a6a590-508e-40e7-9af9-9f85dae119b7" providerId="ADAL" clId="{5B748AC7-C77E-493C-A77B-D94156955FEA}" dt="2026-09-01T09:29:48.499" v="541"/>
          <ac:spMkLst>
            <pc:docMk/>
            <pc:sldMk cId="1526945579" sldId="256"/>
            <ac:spMk id="205" creationId="{6D331D7F-E4AA-EFD9-9253-B5BBE19D7B94}"/>
          </ac:spMkLst>
        </pc:spChg>
        <pc:spChg chg="mod">
          <ac:chgData name="ZUDRELL-KOCH Stefan" userId="e9a6a590-508e-40e7-9af9-9f85dae119b7" providerId="ADAL" clId="{5B748AC7-C77E-493C-A77B-D94156955FEA}" dt="2026-09-01T09:29:48.499" v="541"/>
          <ac:spMkLst>
            <pc:docMk/>
            <pc:sldMk cId="1526945579" sldId="256"/>
            <ac:spMk id="206" creationId="{3289A103-1442-B88D-FB90-C00475AFF817}"/>
          </ac:spMkLst>
        </pc:spChg>
        <pc:spChg chg="mod">
          <ac:chgData name="ZUDRELL-KOCH Stefan" userId="e9a6a590-508e-40e7-9af9-9f85dae119b7" providerId="ADAL" clId="{5B748AC7-C77E-493C-A77B-D94156955FEA}" dt="2026-09-01T09:29:48.499" v="541"/>
          <ac:spMkLst>
            <pc:docMk/>
            <pc:sldMk cId="1526945579" sldId="256"/>
            <ac:spMk id="208" creationId="{A716B2B2-8ADE-5424-1525-0D3BD386304E}"/>
          </ac:spMkLst>
        </pc:spChg>
        <pc:spChg chg="mod">
          <ac:chgData name="ZUDRELL-KOCH Stefan" userId="e9a6a590-508e-40e7-9af9-9f85dae119b7" providerId="ADAL" clId="{5B748AC7-C77E-493C-A77B-D94156955FEA}" dt="2026-09-01T09:29:48.499" v="541"/>
          <ac:spMkLst>
            <pc:docMk/>
            <pc:sldMk cId="1526945579" sldId="256"/>
            <ac:spMk id="209" creationId="{06900412-DAEB-D0FA-7EC1-383FF952158B}"/>
          </ac:spMkLst>
        </pc:spChg>
        <pc:spChg chg="add mod">
          <ac:chgData name="ZUDRELL-KOCH Stefan" userId="e9a6a590-508e-40e7-9af9-9f85dae119b7" providerId="ADAL" clId="{5B748AC7-C77E-493C-A77B-D94156955FEA}" dt="2026-09-01T14:28:09.467" v="1184" actId="113"/>
          <ac:spMkLst>
            <pc:docMk/>
            <pc:sldMk cId="1526945579" sldId="256"/>
            <ac:spMk id="212" creationId="{81ED324D-8564-969C-53C2-8EDF2202674B}"/>
          </ac:spMkLst>
        </pc:spChg>
        <pc:spChg chg="add mod">
          <ac:chgData name="ZUDRELL-KOCH Stefan" userId="e9a6a590-508e-40e7-9af9-9f85dae119b7" providerId="ADAL" clId="{5B748AC7-C77E-493C-A77B-D94156955FEA}" dt="2026-09-01T10:00:47.246" v="1110" actId="113"/>
          <ac:spMkLst>
            <pc:docMk/>
            <pc:sldMk cId="1526945579" sldId="256"/>
            <ac:spMk id="213" creationId="{7B426E90-3803-D075-244A-18BD9C7DA869}"/>
          </ac:spMkLst>
        </pc:spChg>
        <pc:spChg chg="add mod">
          <ac:chgData name="ZUDRELL-KOCH Stefan" userId="e9a6a590-508e-40e7-9af9-9f85dae119b7" providerId="ADAL" clId="{5B748AC7-C77E-493C-A77B-D94156955FEA}" dt="2026-09-01T09:40:18.821" v="637" actId="20577"/>
          <ac:spMkLst>
            <pc:docMk/>
            <pc:sldMk cId="1526945579" sldId="256"/>
            <ac:spMk id="219" creationId="{7399D808-CAAF-900B-2B47-C44921DF4BCF}"/>
          </ac:spMkLst>
        </pc:spChg>
        <pc:spChg chg="add mod">
          <ac:chgData name="ZUDRELL-KOCH Stefan" userId="e9a6a590-508e-40e7-9af9-9f85dae119b7" providerId="ADAL" clId="{5B748AC7-C77E-493C-A77B-D94156955FEA}" dt="2026-09-01T09:48:35.502" v="843" actId="1076"/>
          <ac:spMkLst>
            <pc:docMk/>
            <pc:sldMk cId="1526945579" sldId="256"/>
            <ac:spMk id="225" creationId="{E2FDB95B-44E9-BA6F-CB13-1613BFE77D10}"/>
          </ac:spMkLst>
        </pc:spChg>
        <pc:spChg chg="add mod">
          <ac:chgData name="ZUDRELL-KOCH Stefan" userId="e9a6a590-508e-40e7-9af9-9f85dae119b7" providerId="ADAL" clId="{5B748AC7-C77E-493C-A77B-D94156955FEA}" dt="2026-09-01T09:40:47.408" v="651" actId="571"/>
          <ac:spMkLst>
            <pc:docMk/>
            <pc:sldMk cId="1526945579" sldId="256"/>
            <ac:spMk id="226" creationId="{F6B6F106-3595-8C9C-0E59-C9AD105707BD}"/>
          </ac:spMkLst>
        </pc:spChg>
        <pc:spChg chg="add mod">
          <ac:chgData name="ZUDRELL-KOCH Stefan" userId="e9a6a590-508e-40e7-9af9-9f85dae119b7" providerId="ADAL" clId="{5B748AC7-C77E-493C-A77B-D94156955FEA}" dt="2026-09-01T14:27:07.678" v="1163" actId="1076"/>
          <ac:spMkLst>
            <pc:docMk/>
            <pc:sldMk cId="1526945579" sldId="256"/>
            <ac:spMk id="228" creationId="{5878D6B1-4A02-CC82-FCD3-DCB31BEA66BC}"/>
          </ac:spMkLst>
        </pc:spChg>
        <pc:spChg chg="mod">
          <ac:chgData name="ZUDRELL-KOCH Stefan" userId="e9a6a590-508e-40e7-9af9-9f85dae119b7" providerId="ADAL" clId="{5B748AC7-C77E-493C-A77B-D94156955FEA}" dt="2026-09-01T09:42:17.649" v="681"/>
          <ac:spMkLst>
            <pc:docMk/>
            <pc:sldMk cId="1526945579" sldId="256"/>
            <ac:spMk id="234" creationId="{9712803B-E011-B856-4761-BDCCCBAE9D6A}"/>
          </ac:spMkLst>
        </pc:spChg>
        <pc:spChg chg="mod">
          <ac:chgData name="ZUDRELL-KOCH Stefan" userId="e9a6a590-508e-40e7-9af9-9f85dae119b7" providerId="ADAL" clId="{5B748AC7-C77E-493C-A77B-D94156955FEA}" dt="2026-09-01T09:42:17.649" v="681"/>
          <ac:spMkLst>
            <pc:docMk/>
            <pc:sldMk cId="1526945579" sldId="256"/>
            <ac:spMk id="235" creationId="{08F4FDA8-9536-B49D-0A98-DA3033D5A5C0}"/>
          </ac:spMkLst>
        </pc:spChg>
        <pc:spChg chg="mod">
          <ac:chgData name="ZUDRELL-KOCH Stefan" userId="e9a6a590-508e-40e7-9af9-9f85dae119b7" providerId="ADAL" clId="{5B748AC7-C77E-493C-A77B-D94156955FEA}" dt="2026-09-01T09:42:17.649" v="681"/>
          <ac:spMkLst>
            <pc:docMk/>
            <pc:sldMk cId="1526945579" sldId="256"/>
            <ac:spMk id="237" creationId="{B287B33B-B7B9-B535-6FEF-DD650885702A}"/>
          </ac:spMkLst>
        </pc:spChg>
        <pc:spChg chg="mod">
          <ac:chgData name="ZUDRELL-KOCH Stefan" userId="e9a6a590-508e-40e7-9af9-9f85dae119b7" providerId="ADAL" clId="{5B748AC7-C77E-493C-A77B-D94156955FEA}" dt="2026-09-01T09:42:17.649" v="681"/>
          <ac:spMkLst>
            <pc:docMk/>
            <pc:sldMk cId="1526945579" sldId="256"/>
            <ac:spMk id="238" creationId="{CB927714-13F1-1FE6-B948-395165E0B665}"/>
          </ac:spMkLst>
        </pc:spChg>
        <pc:spChg chg="add mod">
          <ac:chgData name="ZUDRELL-KOCH Stefan" userId="e9a6a590-508e-40e7-9af9-9f85dae119b7" providerId="ADAL" clId="{5B748AC7-C77E-493C-A77B-D94156955FEA}" dt="2026-09-01T10:00:15.160" v="1108" actId="113"/>
          <ac:spMkLst>
            <pc:docMk/>
            <pc:sldMk cId="1526945579" sldId="256"/>
            <ac:spMk id="239" creationId="{8ED85FBA-E182-763A-81CE-F48BD54A81A2}"/>
          </ac:spMkLst>
        </pc:spChg>
        <pc:spChg chg="add mod">
          <ac:chgData name="ZUDRELL-KOCH Stefan" userId="e9a6a590-508e-40e7-9af9-9f85dae119b7" providerId="ADAL" clId="{5B748AC7-C77E-493C-A77B-D94156955FEA}" dt="2026-09-01T10:00:47.246" v="1110" actId="113"/>
          <ac:spMkLst>
            <pc:docMk/>
            <pc:sldMk cId="1526945579" sldId="256"/>
            <ac:spMk id="240" creationId="{70FE30A0-CF92-EED3-A0F3-58A242A442D9}"/>
          </ac:spMkLst>
        </pc:spChg>
        <pc:spChg chg="add mod">
          <ac:chgData name="ZUDRELL-KOCH Stefan" userId="e9a6a590-508e-40e7-9af9-9f85dae119b7" providerId="ADAL" clId="{5B748AC7-C77E-493C-A77B-D94156955FEA}" dt="2026-09-01T09:42:57.321" v="700" actId="113"/>
          <ac:spMkLst>
            <pc:docMk/>
            <pc:sldMk cId="1526945579" sldId="256"/>
            <ac:spMk id="243" creationId="{4EA2D8E1-A6FD-B17F-43BF-7D9474705185}"/>
          </ac:spMkLst>
        </pc:spChg>
        <pc:spChg chg="add mod">
          <ac:chgData name="ZUDRELL-KOCH Stefan" userId="e9a6a590-508e-40e7-9af9-9f85dae119b7" providerId="ADAL" clId="{5B748AC7-C77E-493C-A77B-D94156955FEA}" dt="2026-09-01T09:44:04.945" v="747" actId="20577"/>
          <ac:spMkLst>
            <pc:docMk/>
            <pc:sldMk cId="1526945579" sldId="256"/>
            <ac:spMk id="245" creationId="{3C892B04-3FBC-FE46-A71B-C4CF0FAE059C}"/>
          </ac:spMkLst>
        </pc:spChg>
        <pc:spChg chg="add mod">
          <ac:chgData name="ZUDRELL-KOCH Stefan" userId="e9a6a590-508e-40e7-9af9-9f85dae119b7" providerId="ADAL" clId="{5B748AC7-C77E-493C-A77B-D94156955FEA}" dt="2026-09-01T09:51:14.422" v="912" actId="1076"/>
          <ac:spMkLst>
            <pc:docMk/>
            <pc:sldMk cId="1526945579" sldId="256"/>
            <ac:spMk id="247" creationId="{0E238FF8-3902-7810-FD41-33534F0E2A5F}"/>
          </ac:spMkLst>
        </pc:spChg>
        <pc:spChg chg="add mod">
          <ac:chgData name="ZUDRELL-KOCH Stefan" userId="e9a6a590-508e-40e7-9af9-9f85dae119b7" providerId="ADAL" clId="{5B748AC7-C77E-493C-A77B-D94156955FEA}" dt="2026-09-01T10:00:09.645" v="1107" actId="113"/>
          <ac:spMkLst>
            <pc:docMk/>
            <pc:sldMk cId="1526945579" sldId="256"/>
            <ac:spMk id="249" creationId="{A8C352C5-DE0B-4181-3669-C32DA36FA28A}"/>
          </ac:spMkLst>
        </pc:spChg>
        <pc:spChg chg="add mod">
          <ac:chgData name="ZUDRELL-KOCH Stefan" userId="e9a6a590-508e-40e7-9af9-9f85dae119b7" providerId="ADAL" clId="{5B748AC7-C77E-493C-A77B-D94156955FEA}" dt="2026-09-01T14:28:18.663" v="1189" actId="20577"/>
          <ac:spMkLst>
            <pc:docMk/>
            <pc:sldMk cId="1526945579" sldId="256"/>
            <ac:spMk id="279" creationId="{C2FFFBAF-9CBE-8A08-D0EF-5CC46B983666}"/>
          </ac:spMkLst>
        </pc:spChg>
        <pc:spChg chg="add mod">
          <ac:chgData name="ZUDRELL-KOCH Stefan" userId="e9a6a590-508e-40e7-9af9-9f85dae119b7" providerId="ADAL" clId="{5B748AC7-C77E-493C-A77B-D94156955FEA}" dt="2026-09-01T14:28:00.635" v="1183" actId="20577"/>
          <ac:spMkLst>
            <pc:docMk/>
            <pc:sldMk cId="1526945579" sldId="256"/>
            <ac:spMk id="281" creationId="{6F8742C2-0E14-EFA4-4A52-80E8B282971F}"/>
          </ac:spMkLst>
        </pc:spChg>
        <pc:spChg chg="add mod">
          <ac:chgData name="ZUDRELL-KOCH Stefan" userId="e9a6a590-508e-40e7-9af9-9f85dae119b7" providerId="ADAL" clId="{5B748AC7-C77E-493C-A77B-D94156955FEA}" dt="2026-09-01T09:49:41.473" v="863" actId="20577"/>
          <ac:spMkLst>
            <pc:docMk/>
            <pc:sldMk cId="1526945579" sldId="256"/>
            <ac:spMk id="282" creationId="{6792EE7B-4AB4-C35C-9E62-69F5ADD5DF39}"/>
          </ac:spMkLst>
        </pc:spChg>
        <pc:spChg chg="add mod">
          <ac:chgData name="ZUDRELL-KOCH Stefan" userId="e9a6a590-508e-40e7-9af9-9f85dae119b7" providerId="ADAL" clId="{5B748AC7-C77E-493C-A77B-D94156955FEA}" dt="2026-09-01T14:33:39.619" v="1268" actId="1076"/>
          <ac:spMkLst>
            <pc:docMk/>
            <pc:sldMk cId="1526945579" sldId="256"/>
            <ac:spMk id="283" creationId="{F3B1CE46-F996-8C6A-CB4F-63C96C12157B}"/>
          </ac:spMkLst>
        </pc:spChg>
        <pc:spChg chg="add mod">
          <ac:chgData name="ZUDRELL-KOCH Stefan" userId="e9a6a590-508e-40e7-9af9-9f85dae119b7" providerId="ADAL" clId="{5B748AC7-C77E-493C-A77B-D94156955FEA}" dt="2026-09-01T14:28:24.143" v="1190" actId="1076"/>
          <ac:spMkLst>
            <pc:docMk/>
            <pc:sldMk cId="1526945579" sldId="256"/>
            <ac:spMk id="285" creationId="{7ED3F71B-CD4D-F05C-A19D-B6B87442B781}"/>
          </ac:spMkLst>
        </pc:spChg>
        <pc:spChg chg="add mod">
          <ac:chgData name="ZUDRELL-KOCH Stefan" userId="e9a6a590-508e-40e7-9af9-9f85dae119b7" providerId="ADAL" clId="{5B748AC7-C77E-493C-A77B-D94156955FEA}" dt="2026-09-01T14:27:42.797" v="1179" actId="20577"/>
          <ac:spMkLst>
            <pc:docMk/>
            <pc:sldMk cId="1526945579" sldId="256"/>
            <ac:spMk id="286" creationId="{CA7D19F2-AE3C-EC8F-EB1D-319D93CBD3FB}"/>
          </ac:spMkLst>
        </pc:spChg>
        <pc:spChg chg="add mod">
          <ac:chgData name="ZUDRELL-KOCH Stefan" userId="e9a6a590-508e-40e7-9af9-9f85dae119b7" providerId="ADAL" clId="{5B748AC7-C77E-493C-A77B-D94156955FEA}" dt="2026-09-01T09:51:02.322" v="903" actId="1076"/>
          <ac:spMkLst>
            <pc:docMk/>
            <pc:sldMk cId="1526945579" sldId="256"/>
            <ac:spMk id="291" creationId="{A2505BA6-979A-7B78-BA61-B28023AE056B}"/>
          </ac:spMkLst>
        </pc:spChg>
        <pc:spChg chg="add mod">
          <ac:chgData name="ZUDRELL-KOCH Stefan" userId="e9a6a590-508e-40e7-9af9-9f85dae119b7" providerId="ADAL" clId="{5B748AC7-C77E-493C-A77B-D94156955FEA}" dt="2026-09-01T09:51:07.328" v="907" actId="20577"/>
          <ac:spMkLst>
            <pc:docMk/>
            <pc:sldMk cId="1526945579" sldId="256"/>
            <ac:spMk id="292" creationId="{BDFA9364-DF1C-0B56-FC42-3599A7794551}"/>
          </ac:spMkLst>
        </pc:spChg>
        <pc:spChg chg="add mod">
          <ac:chgData name="ZUDRELL-KOCH Stefan" userId="e9a6a590-508e-40e7-9af9-9f85dae119b7" providerId="ADAL" clId="{5B748AC7-C77E-493C-A77B-D94156955FEA}" dt="2026-09-01T14:28:47.103" v="1199" actId="20577"/>
          <ac:spMkLst>
            <pc:docMk/>
            <pc:sldMk cId="1526945579" sldId="256"/>
            <ac:spMk id="295" creationId="{99552708-2807-21F3-0E33-3E63778AB082}"/>
          </ac:spMkLst>
        </pc:spChg>
        <pc:spChg chg="add mod">
          <ac:chgData name="ZUDRELL-KOCH Stefan" userId="e9a6a590-508e-40e7-9af9-9f85dae119b7" providerId="ADAL" clId="{5B748AC7-C77E-493C-A77B-D94156955FEA}" dt="2026-09-01T14:30:24.123" v="1231" actId="1076"/>
          <ac:spMkLst>
            <pc:docMk/>
            <pc:sldMk cId="1526945579" sldId="256"/>
            <ac:spMk id="296" creationId="{339AC7BA-0C2C-DDB9-D0A7-C92DDBF8778C}"/>
          </ac:spMkLst>
        </pc:spChg>
        <pc:spChg chg="add mod">
          <ac:chgData name="ZUDRELL-KOCH Stefan" userId="e9a6a590-508e-40e7-9af9-9f85dae119b7" providerId="ADAL" clId="{5B748AC7-C77E-493C-A77B-D94156955FEA}" dt="2026-09-01T14:27:29.823" v="1172" actId="20577"/>
          <ac:spMkLst>
            <pc:docMk/>
            <pc:sldMk cId="1526945579" sldId="256"/>
            <ac:spMk id="304" creationId="{92C8F824-3827-2C47-C47F-BA7A930C884D}"/>
          </ac:spMkLst>
        </pc:spChg>
        <pc:spChg chg="add mod">
          <ac:chgData name="ZUDRELL-KOCH Stefan" userId="e9a6a590-508e-40e7-9af9-9f85dae119b7" providerId="ADAL" clId="{5B748AC7-C77E-493C-A77B-D94156955FEA}" dt="2026-09-01T14:27:16.992" v="1165" actId="1076"/>
          <ac:spMkLst>
            <pc:docMk/>
            <pc:sldMk cId="1526945579" sldId="256"/>
            <ac:spMk id="329" creationId="{1B075C50-22E1-5F28-17CA-9C79B0B72912}"/>
          </ac:spMkLst>
        </pc:spChg>
        <pc:spChg chg="add mod">
          <ac:chgData name="ZUDRELL-KOCH Stefan" userId="e9a6a590-508e-40e7-9af9-9f85dae119b7" providerId="ADAL" clId="{5B748AC7-C77E-493C-A77B-D94156955FEA}" dt="2026-09-01T09:56:13.156" v="1026" actId="20577"/>
          <ac:spMkLst>
            <pc:docMk/>
            <pc:sldMk cId="1526945579" sldId="256"/>
            <ac:spMk id="330" creationId="{876D3D43-B99D-75F3-8EF2-C69CC821BA57}"/>
          </ac:spMkLst>
        </pc:spChg>
        <pc:spChg chg="add mod">
          <ac:chgData name="ZUDRELL-KOCH Stefan" userId="e9a6a590-508e-40e7-9af9-9f85dae119b7" providerId="ADAL" clId="{5B748AC7-C77E-493C-A77B-D94156955FEA}" dt="2026-09-01T09:57:08.174" v="1043" actId="20577"/>
          <ac:spMkLst>
            <pc:docMk/>
            <pc:sldMk cId="1526945579" sldId="256"/>
            <ac:spMk id="338" creationId="{80778BA6-B7DD-8585-CFA7-C2BC26D2BEEF}"/>
          </ac:spMkLst>
        </pc:spChg>
        <pc:spChg chg="add mod">
          <ac:chgData name="ZUDRELL-KOCH Stefan" userId="e9a6a590-508e-40e7-9af9-9f85dae119b7" providerId="ADAL" clId="{5B748AC7-C77E-493C-A77B-D94156955FEA}" dt="2026-09-01T09:57:11.271" v="1044" actId="571"/>
          <ac:spMkLst>
            <pc:docMk/>
            <pc:sldMk cId="1526945579" sldId="256"/>
            <ac:spMk id="339" creationId="{7837F71E-4F03-3316-E525-4D7819E8D3DE}"/>
          </ac:spMkLst>
        </pc:spChg>
        <pc:spChg chg="add mod">
          <ac:chgData name="ZUDRELL-KOCH Stefan" userId="e9a6a590-508e-40e7-9af9-9f85dae119b7" providerId="ADAL" clId="{5B748AC7-C77E-493C-A77B-D94156955FEA}" dt="2026-09-01T09:58:57.449" v="1077" actId="1076"/>
          <ac:spMkLst>
            <pc:docMk/>
            <pc:sldMk cId="1526945579" sldId="256"/>
            <ac:spMk id="348" creationId="{4D154679-3CE4-BF06-A166-8D3408CCAA5F}"/>
          </ac:spMkLst>
        </pc:spChg>
        <pc:spChg chg="add mod">
          <ac:chgData name="ZUDRELL-KOCH Stefan" userId="e9a6a590-508e-40e7-9af9-9f85dae119b7" providerId="ADAL" clId="{5B748AC7-C77E-493C-A77B-D94156955FEA}" dt="2026-09-01T09:58:52.762" v="1076" actId="1076"/>
          <ac:spMkLst>
            <pc:docMk/>
            <pc:sldMk cId="1526945579" sldId="256"/>
            <ac:spMk id="350" creationId="{3455FD76-5E78-987E-C033-103AB72B4B78}"/>
          </ac:spMkLst>
        </pc:spChg>
        <pc:spChg chg="add mod">
          <ac:chgData name="ZUDRELL-KOCH Stefan" userId="e9a6a590-508e-40e7-9af9-9f85dae119b7" providerId="ADAL" clId="{5B748AC7-C77E-493C-A77B-D94156955FEA}" dt="2026-09-01T14:34:57.566" v="1288" actId="1076"/>
          <ac:spMkLst>
            <pc:docMk/>
            <pc:sldMk cId="1526945579" sldId="256"/>
            <ac:spMk id="351" creationId="{087C4EB8-0117-EA0E-7FD9-8FFE0574DACC}"/>
          </ac:spMkLst>
        </pc:spChg>
        <pc:grpChg chg="add mod">
          <ac:chgData name="ZUDRELL-KOCH Stefan" userId="e9a6a590-508e-40e7-9af9-9f85dae119b7" providerId="ADAL" clId="{5B748AC7-C77E-493C-A77B-D94156955FEA}" dt="2026-09-01T14:29:38.666" v="1208" actId="1076"/>
          <ac:grpSpMkLst>
            <pc:docMk/>
            <pc:sldMk cId="1526945579" sldId="256"/>
            <ac:grpSpMk id="5" creationId="{A12BD6AB-6A60-4081-62BB-E20733D9B39A}"/>
          </ac:grpSpMkLst>
        </pc:grpChg>
        <pc:grpChg chg="add mod">
          <ac:chgData name="ZUDRELL-KOCH Stefan" userId="e9a6a590-508e-40e7-9af9-9f85dae119b7" providerId="ADAL" clId="{5B748AC7-C77E-493C-A77B-D94156955FEA}" dt="2026-09-01T14:29:40.459" v="1209" actId="571"/>
          <ac:grpSpMkLst>
            <pc:docMk/>
            <pc:sldMk cId="1526945579" sldId="256"/>
            <ac:grpSpMk id="15" creationId="{266D39A8-E6E0-6129-267E-9581D8B4B540}"/>
          </ac:grpSpMkLst>
        </pc:grpChg>
        <pc:grpChg chg="add mod">
          <ac:chgData name="ZUDRELL-KOCH Stefan" userId="e9a6a590-508e-40e7-9af9-9f85dae119b7" providerId="ADAL" clId="{5B748AC7-C77E-493C-A77B-D94156955FEA}" dt="2026-09-01T14:32:21.234" v="1256" actId="571"/>
          <ac:grpSpMkLst>
            <pc:docMk/>
            <pc:sldMk cId="1526945579" sldId="256"/>
            <ac:grpSpMk id="42" creationId="{D13FE4E0-EAF9-B061-9BF4-E54153F93788}"/>
          </ac:grpSpMkLst>
        </pc:grpChg>
        <pc:grpChg chg="add mod">
          <ac:chgData name="ZUDRELL-KOCH Stefan" userId="e9a6a590-508e-40e7-9af9-9f85dae119b7" providerId="ADAL" clId="{5B748AC7-C77E-493C-A77B-D94156955FEA}" dt="2026-09-01T09:26:27.230" v="484" actId="1076"/>
          <ac:grpSpMkLst>
            <pc:docMk/>
            <pc:sldMk cId="1526945579" sldId="256"/>
            <ac:grpSpMk id="45" creationId="{280A3F8E-F98E-92D8-C7BD-C71A65404E26}"/>
          </ac:grpSpMkLst>
        </pc:grpChg>
        <pc:grpChg chg="add mod">
          <ac:chgData name="ZUDRELL-KOCH Stefan" userId="e9a6a590-508e-40e7-9af9-9f85dae119b7" providerId="ADAL" clId="{5B748AC7-C77E-493C-A77B-D94156955FEA}" dt="2026-09-01T14:33:30.177" v="1265" actId="571"/>
          <ac:grpSpMkLst>
            <pc:docMk/>
            <pc:sldMk cId="1526945579" sldId="256"/>
            <ac:grpSpMk id="55" creationId="{5452D8EF-E29A-B367-243B-4E33B7184254}"/>
          </ac:grpSpMkLst>
        </pc:grpChg>
        <pc:grpChg chg="add mod">
          <ac:chgData name="ZUDRELL-KOCH Stefan" userId="e9a6a590-508e-40e7-9af9-9f85dae119b7" providerId="ADAL" clId="{5B748AC7-C77E-493C-A77B-D94156955FEA}" dt="2026-09-01T09:27:43.060" v="504" actId="1076"/>
          <ac:grpSpMkLst>
            <pc:docMk/>
            <pc:sldMk cId="1526945579" sldId="256"/>
            <ac:grpSpMk id="178" creationId="{526DBFA6-7ACB-C3D3-4854-CCD78957A0C7}"/>
          </ac:grpSpMkLst>
        </pc:grpChg>
        <pc:grpChg chg="add mod">
          <ac:chgData name="ZUDRELL-KOCH Stefan" userId="e9a6a590-508e-40e7-9af9-9f85dae119b7" providerId="ADAL" clId="{5B748AC7-C77E-493C-A77B-D94156955FEA}" dt="2026-09-01T09:29:19.432" v="537" actId="1076"/>
          <ac:grpSpMkLst>
            <pc:docMk/>
            <pc:sldMk cId="1526945579" sldId="256"/>
            <ac:grpSpMk id="198" creationId="{A4BFD330-EC1D-04EF-DBAD-E9E7FB70B734}"/>
          </ac:grpSpMkLst>
        </pc:grpChg>
        <pc:grpChg chg="add mod">
          <ac:chgData name="ZUDRELL-KOCH Stefan" userId="e9a6a590-508e-40e7-9af9-9f85dae119b7" providerId="ADAL" clId="{5B748AC7-C77E-493C-A77B-D94156955FEA}" dt="2026-09-01T09:51:30.181" v="914" actId="1076"/>
          <ac:grpSpMkLst>
            <pc:docMk/>
            <pc:sldMk cId="1526945579" sldId="256"/>
            <ac:grpSpMk id="203" creationId="{1A475B36-6CD9-8D43-D8F8-783C392D1C74}"/>
          </ac:grpSpMkLst>
        </pc:grpChg>
        <pc:grpChg chg="add mod">
          <ac:chgData name="ZUDRELL-KOCH Stefan" userId="e9a6a590-508e-40e7-9af9-9f85dae119b7" providerId="ADAL" clId="{5B748AC7-C77E-493C-A77B-D94156955FEA}" dt="2026-09-01T09:42:41.260" v="689" actId="1076"/>
          <ac:grpSpMkLst>
            <pc:docMk/>
            <pc:sldMk cId="1526945579" sldId="256"/>
            <ac:grpSpMk id="232" creationId="{C6CFCF7E-746A-D3DE-9FD1-0C5F92BB3993}"/>
          </ac:grpSpMkLst>
        </pc:grpChg>
        <pc:cxnChg chg="mod">
          <ac:chgData name="ZUDRELL-KOCH Stefan" userId="e9a6a590-508e-40e7-9af9-9f85dae119b7" providerId="ADAL" clId="{5B748AC7-C77E-493C-A77B-D94156955FEA}" dt="2026-09-01T14:29:36.407" v="1207"/>
          <ac:cxnSpMkLst>
            <pc:docMk/>
            <pc:sldMk cId="1526945579" sldId="256"/>
            <ac:cxnSpMk id="7" creationId="{0F5708EE-26A1-C396-3C09-1B07BA89C07D}"/>
          </ac:cxnSpMkLst>
        </pc:cxnChg>
        <pc:cxnChg chg="mod">
          <ac:chgData name="ZUDRELL-KOCH Stefan" userId="e9a6a590-508e-40e7-9af9-9f85dae119b7" providerId="ADAL" clId="{5B748AC7-C77E-493C-A77B-D94156955FEA}" dt="2026-09-01T14:29:36.407" v="1207"/>
          <ac:cxnSpMkLst>
            <pc:docMk/>
            <pc:sldMk cId="1526945579" sldId="256"/>
            <ac:cxnSpMk id="8" creationId="{784814D7-0964-2667-473B-B31ADB450015}"/>
          </ac:cxnSpMkLst>
        </pc:cxnChg>
        <pc:cxnChg chg="mod">
          <ac:chgData name="ZUDRELL-KOCH Stefan" userId="e9a6a590-508e-40e7-9af9-9f85dae119b7" providerId="ADAL" clId="{5B748AC7-C77E-493C-A77B-D94156955FEA}" dt="2026-09-01T14:29:36.407" v="1207"/>
          <ac:cxnSpMkLst>
            <pc:docMk/>
            <pc:sldMk cId="1526945579" sldId="256"/>
            <ac:cxnSpMk id="9" creationId="{321656C5-CDC6-AF93-F0B0-5ED44E401B37}"/>
          </ac:cxnSpMkLst>
        </pc:cxnChg>
        <pc:cxnChg chg="mod">
          <ac:chgData name="ZUDRELL-KOCH Stefan" userId="e9a6a590-508e-40e7-9af9-9f85dae119b7" providerId="ADAL" clId="{5B748AC7-C77E-493C-A77B-D94156955FEA}" dt="2026-09-01T14:29:36.407" v="1207"/>
          <ac:cxnSpMkLst>
            <pc:docMk/>
            <pc:sldMk cId="1526945579" sldId="256"/>
            <ac:cxnSpMk id="10" creationId="{0693F527-2A64-BC86-BA58-1C656DAAD6E2}"/>
          </ac:cxnSpMkLst>
        </pc:cxnChg>
        <pc:cxnChg chg="mod">
          <ac:chgData name="ZUDRELL-KOCH Stefan" userId="e9a6a590-508e-40e7-9af9-9f85dae119b7" providerId="ADAL" clId="{5B748AC7-C77E-493C-A77B-D94156955FEA}" dt="2026-09-01T14:29:36.407" v="1207"/>
          <ac:cxnSpMkLst>
            <pc:docMk/>
            <pc:sldMk cId="1526945579" sldId="256"/>
            <ac:cxnSpMk id="11" creationId="{C0EE7D88-721E-D6D0-C4D1-309D324A8F23}"/>
          </ac:cxnSpMkLst>
        </pc:cxnChg>
        <pc:cxnChg chg="mod">
          <ac:chgData name="ZUDRELL-KOCH Stefan" userId="e9a6a590-508e-40e7-9af9-9f85dae119b7" providerId="ADAL" clId="{5B748AC7-C77E-493C-A77B-D94156955FEA}" dt="2026-09-01T14:29:36.407" v="1207"/>
          <ac:cxnSpMkLst>
            <pc:docMk/>
            <pc:sldMk cId="1526945579" sldId="256"/>
            <ac:cxnSpMk id="13" creationId="{1840F5DB-0453-CE2B-C7D3-36733463F8C0}"/>
          </ac:cxnSpMkLst>
        </pc:cxnChg>
        <pc:cxnChg chg="mod">
          <ac:chgData name="ZUDRELL-KOCH Stefan" userId="e9a6a590-508e-40e7-9af9-9f85dae119b7" providerId="ADAL" clId="{5B748AC7-C77E-493C-A77B-D94156955FEA}" dt="2026-09-01T14:29:40.459" v="1209" actId="571"/>
          <ac:cxnSpMkLst>
            <pc:docMk/>
            <pc:sldMk cId="1526945579" sldId="256"/>
            <ac:cxnSpMk id="18" creationId="{4BAAB94B-D098-F78E-92BB-D4F404E3435F}"/>
          </ac:cxnSpMkLst>
        </pc:cxnChg>
        <pc:cxnChg chg="mod">
          <ac:chgData name="ZUDRELL-KOCH Stefan" userId="e9a6a590-508e-40e7-9af9-9f85dae119b7" providerId="ADAL" clId="{5B748AC7-C77E-493C-A77B-D94156955FEA}" dt="2026-09-01T14:29:40.459" v="1209" actId="571"/>
          <ac:cxnSpMkLst>
            <pc:docMk/>
            <pc:sldMk cId="1526945579" sldId="256"/>
            <ac:cxnSpMk id="22" creationId="{EB31980F-A502-AFB9-6149-C9F71833554A}"/>
          </ac:cxnSpMkLst>
        </pc:cxnChg>
        <pc:cxnChg chg="mod">
          <ac:chgData name="ZUDRELL-KOCH Stefan" userId="e9a6a590-508e-40e7-9af9-9f85dae119b7" providerId="ADAL" clId="{5B748AC7-C77E-493C-A77B-D94156955FEA}" dt="2026-09-01T14:29:40.459" v="1209" actId="571"/>
          <ac:cxnSpMkLst>
            <pc:docMk/>
            <pc:sldMk cId="1526945579" sldId="256"/>
            <ac:cxnSpMk id="23" creationId="{99A3BDB6-B5B2-2C78-6086-2F77AA87E14C}"/>
          </ac:cxnSpMkLst>
        </pc:cxnChg>
        <pc:cxnChg chg="mod">
          <ac:chgData name="ZUDRELL-KOCH Stefan" userId="e9a6a590-508e-40e7-9af9-9f85dae119b7" providerId="ADAL" clId="{5B748AC7-C77E-493C-A77B-D94156955FEA}" dt="2026-09-01T14:29:40.459" v="1209" actId="571"/>
          <ac:cxnSpMkLst>
            <pc:docMk/>
            <pc:sldMk cId="1526945579" sldId="256"/>
            <ac:cxnSpMk id="24" creationId="{361B5029-0FD4-0C50-C45C-EAAB573F4793}"/>
          </ac:cxnSpMkLst>
        </pc:cxnChg>
        <pc:cxnChg chg="mod">
          <ac:chgData name="ZUDRELL-KOCH Stefan" userId="e9a6a590-508e-40e7-9af9-9f85dae119b7" providerId="ADAL" clId="{5B748AC7-C77E-493C-A77B-D94156955FEA}" dt="2026-09-01T14:29:40.459" v="1209" actId="571"/>
          <ac:cxnSpMkLst>
            <pc:docMk/>
            <pc:sldMk cId="1526945579" sldId="256"/>
            <ac:cxnSpMk id="25" creationId="{4F3243D6-6C1C-6ED1-594F-C4FA6A18A98D}"/>
          </ac:cxnSpMkLst>
        </pc:cxnChg>
        <pc:cxnChg chg="mod">
          <ac:chgData name="ZUDRELL-KOCH Stefan" userId="e9a6a590-508e-40e7-9af9-9f85dae119b7" providerId="ADAL" clId="{5B748AC7-C77E-493C-A77B-D94156955FEA}" dt="2026-09-01T14:29:40.459" v="1209" actId="571"/>
          <ac:cxnSpMkLst>
            <pc:docMk/>
            <pc:sldMk cId="1526945579" sldId="256"/>
            <ac:cxnSpMk id="27" creationId="{A961C4C4-0BB3-DBBD-58B3-0CA7F03C0C0A}"/>
          </ac:cxnSpMkLst>
        </pc:cxnChg>
        <pc:cxnChg chg="add mod">
          <ac:chgData name="ZUDRELL-KOCH Stefan" userId="e9a6a590-508e-40e7-9af9-9f85dae119b7" providerId="ADAL" clId="{5B748AC7-C77E-493C-A77B-D94156955FEA}" dt="2026-09-01T14:30:38.665" v="1236" actId="1076"/>
          <ac:cxnSpMkLst>
            <pc:docMk/>
            <pc:sldMk cId="1526945579" sldId="256"/>
            <ac:cxnSpMk id="37" creationId="{977A0B18-E2ED-EC2C-1B43-7595EFBB05CE}"/>
          </ac:cxnSpMkLst>
        </pc:cxnChg>
        <pc:cxnChg chg="mod">
          <ac:chgData name="ZUDRELL-KOCH Stefan" userId="e9a6a590-508e-40e7-9af9-9f85dae119b7" providerId="ADAL" clId="{5B748AC7-C77E-493C-A77B-D94156955FEA}" dt="2026-09-01T14:32:21.234" v="1256" actId="571"/>
          <ac:cxnSpMkLst>
            <pc:docMk/>
            <pc:sldMk cId="1526945579" sldId="256"/>
            <ac:cxnSpMk id="43" creationId="{8FE8F9B9-1E7C-B8EE-8A37-A6EF74101FEA}"/>
          </ac:cxnSpMkLst>
        </pc:cxnChg>
        <pc:cxnChg chg="mod">
          <ac:chgData name="ZUDRELL-KOCH Stefan" userId="e9a6a590-508e-40e7-9af9-9f85dae119b7" providerId="ADAL" clId="{5B748AC7-C77E-493C-A77B-D94156955FEA}" dt="2026-09-01T14:32:21.234" v="1256" actId="571"/>
          <ac:cxnSpMkLst>
            <pc:docMk/>
            <pc:sldMk cId="1526945579" sldId="256"/>
            <ac:cxnSpMk id="44" creationId="{45905C37-1B64-13CF-CBD3-FC107BD0EC8F}"/>
          </ac:cxnSpMkLst>
        </pc:cxnChg>
        <pc:cxnChg chg="mod">
          <ac:chgData name="ZUDRELL-KOCH Stefan" userId="e9a6a590-508e-40e7-9af9-9f85dae119b7" providerId="ADAL" clId="{5B748AC7-C77E-493C-A77B-D94156955FEA}" dt="2026-08-27T14:30:55.124" v="137"/>
          <ac:cxnSpMkLst>
            <pc:docMk/>
            <pc:sldMk cId="1526945579" sldId="256"/>
            <ac:cxnSpMk id="50" creationId="{87C0AADC-F374-3769-8C7F-529289593387}"/>
          </ac:cxnSpMkLst>
        </pc:cxnChg>
        <pc:cxnChg chg="mod">
          <ac:chgData name="ZUDRELL-KOCH Stefan" userId="e9a6a590-508e-40e7-9af9-9f85dae119b7" providerId="ADAL" clId="{5B748AC7-C77E-493C-A77B-D94156955FEA}" dt="2026-08-27T14:30:55.124" v="137"/>
          <ac:cxnSpMkLst>
            <pc:docMk/>
            <pc:sldMk cId="1526945579" sldId="256"/>
            <ac:cxnSpMk id="53" creationId="{27791F1D-94E3-2E20-5E07-1AF34828A5CB}"/>
          </ac:cxnSpMkLst>
        </pc:cxnChg>
        <pc:cxnChg chg="mod">
          <ac:chgData name="ZUDRELL-KOCH Stefan" userId="e9a6a590-508e-40e7-9af9-9f85dae119b7" providerId="ADAL" clId="{5B748AC7-C77E-493C-A77B-D94156955FEA}" dt="2026-08-27T14:30:55.124" v="137"/>
          <ac:cxnSpMkLst>
            <pc:docMk/>
            <pc:sldMk cId="1526945579" sldId="256"/>
            <ac:cxnSpMk id="54" creationId="{D66B6A7A-A1DD-F6A5-383A-05B0E96F56AC}"/>
          </ac:cxnSpMkLst>
        </pc:cxnChg>
        <pc:cxnChg chg="mod">
          <ac:chgData name="ZUDRELL-KOCH Stefan" userId="e9a6a590-508e-40e7-9af9-9f85dae119b7" providerId="ADAL" clId="{5B748AC7-C77E-493C-A77B-D94156955FEA}" dt="2026-09-01T14:27:07.678" v="1163" actId="1076"/>
          <ac:cxnSpMkLst>
            <pc:docMk/>
            <pc:sldMk cId="1526945579" sldId="256"/>
            <ac:cxnSpMk id="56" creationId="{D274222A-5577-3AC1-7013-BA0E984E55B6}"/>
          </ac:cxnSpMkLst>
        </pc:cxnChg>
        <pc:cxnChg chg="mod">
          <ac:chgData name="ZUDRELL-KOCH Stefan" userId="e9a6a590-508e-40e7-9af9-9f85dae119b7" providerId="ADAL" clId="{5B748AC7-C77E-493C-A77B-D94156955FEA}" dt="2026-08-27T14:30:55.124" v="137"/>
          <ac:cxnSpMkLst>
            <pc:docMk/>
            <pc:sldMk cId="1526945579" sldId="256"/>
            <ac:cxnSpMk id="57" creationId="{A3DF1B4C-4F8E-66DB-D425-55A7821C4EE2}"/>
          </ac:cxnSpMkLst>
        </pc:cxnChg>
        <pc:cxnChg chg="mod">
          <ac:chgData name="ZUDRELL-KOCH Stefan" userId="e9a6a590-508e-40e7-9af9-9f85dae119b7" providerId="ADAL" clId="{5B748AC7-C77E-493C-A77B-D94156955FEA}" dt="2026-09-01T14:33:30.177" v="1265" actId="571"/>
          <ac:cxnSpMkLst>
            <pc:docMk/>
            <pc:sldMk cId="1526945579" sldId="256"/>
            <ac:cxnSpMk id="58" creationId="{5A993B16-A029-9E75-2E47-C20186C639BD}"/>
          </ac:cxnSpMkLst>
        </pc:cxnChg>
        <pc:cxnChg chg="mod">
          <ac:chgData name="ZUDRELL-KOCH Stefan" userId="e9a6a590-508e-40e7-9af9-9f85dae119b7" providerId="ADAL" clId="{5B748AC7-C77E-493C-A77B-D94156955FEA}" dt="2026-09-01T14:33:30.177" v="1265" actId="571"/>
          <ac:cxnSpMkLst>
            <pc:docMk/>
            <pc:sldMk cId="1526945579" sldId="256"/>
            <ac:cxnSpMk id="60" creationId="{17956CE6-0201-334A-86BB-06F0A6B5585B}"/>
          </ac:cxnSpMkLst>
        </pc:cxnChg>
        <pc:cxnChg chg="mod">
          <ac:chgData name="ZUDRELL-KOCH Stefan" userId="e9a6a590-508e-40e7-9af9-9f85dae119b7" providerId="ADAL" clId="{5B748AC7-C77E-493C-A77B-D94156955FEA}" dt="2026-09-01T14:33:30.177" v="1265" actId="571"/>
          <ac:cxnSpMkLst>
            <pc:docMk/>
            <pc:sldMk cId="1526945579" sldId="256"/>
            <ac:cxnSpMk id="61" creationId="{A7A34ACD-54CD-EB0B-96A6-05BD37982322}"/>
          </ac:cxnSpMkLst>
        </pc:cxnChg>
        <pc:cxnChg chg="mod">
          <ac:chgData name="ZUDRELL-KOCH Stefan" userId="e9a6a590-508e-40e7-9af9-9f85dae119b7" providerId="ADAL" clId="{5B748AC7-C77E-493C-A77B-D94156955FEA}" dt="2026-09-01T14:33:30.177" v="1265" actId="571"/>
          <ac:cxnSpMkLst>
            <pc:docMk/>
            <pc:sldMk cId="1526945579" sldId="256"/>
            <ac:cxnSpMk id="62" creationId="{FF7E419C-FF89-C103-873B-A8FEF95C070C}"/>
          </ac:cxnSpMkLst>
        </pc:cxnChg>
        <pc:cxnChg chg="add mod">
          <ac:chgData name="ZUDRELL-KOCH Stefan" userId="e9a6a590-508e-40e7-9af9-9f85dae119b7" providerId="ADAL" clId="{5B748AC7-C77E-493C-A77B-D94156955FEA}" dt="2026-09-01T14:33:46.849" v="1270" actId="1076"/>
          <ac:cxnSpMkLst>
            <pc:docMk/>
            <pc:sldMk cId="1526945579" sldId="256"/>
            <ac:cxnSpMk id="64" creationId="{5DC229BA-BAC9-1D0E-D4D2-F0DD4EB92E3D}"/>
          </ac:cxnSpMkLst>
        </pc:cxnChg>
        <pc:cxnChg chg="add mod">
          <ac:chgData name="ZUDRELL-KOCH Stefan" userId="e9a6a590-508e-40e7-9af9-9f85dae119b7" providerId="ADAL" clId="{5B748AC7-C77E-493C-A77B-D94156955FEA}" dt="2026-09-01T14:33:48.851" v="1271" actId="571"/>
          <ac:cxnSpMkLst>
            <pc:docMk/>
            <pc:sldMk cId="1526945579" sldId="256"/>
            <ac:cxnSpMk id="65" creationId="{B0ADD4A8-59BC-81DD-6E3B-6E592F39E000}"/>
          </ac:cxnSpMkLst>
        </pc:cxnChg>
        <pc:cxnChg chg="add mod">
          <ac:chgData name="ZUDRELL-KOCH Stefan" userId="e9a6a590-508e-40e7-9af9-9f85dae119b7" providerId="ADAL" clId="{5B748AC7-C77E-493C-A77B-D94156955FEA}" dt="2026-09-01T09:28:28.821" v="523" actId="14100"/>
          <ac:cxnSpMkLst>
            <pc:docMk/>
            <pc:sldMk cId="1526945579" sldId="256"/>
            <ac:cxnSpMk id="71" creationId="{281AA415-1B67-7B27-2D08-BDA1C7207114}"/>
          </ac:cxnSpMkLst>
        </pc:cxnChg>
        <pc:cxnChg chg="add mod">
          <ac:chgData name="ZUDRELL-KOCH Stefan" userId="e9a6a590-508e-40e7-9af9-9f85dae119b7" providerId="ADAL" clId="{5B748AC7-C77E-493C-A77B-D94156955FEA}" dt="2026-09-01T09:26:27.230" v="484" actId="1076"/>
          <ac:cxnSpMkLst>
            <pc:docMk/>
            <pc:sldMk cId="1526945579" sldId="256"/>
            <ac:cxnSpMk id="87" creationId="{B251BA3E-7E96-E7B0-BB3F-6BA6DA0BCD70}"/>
          </ac:cxnSpMkLst>
        </pc:cxnChg>
        <pc:cxnChg chg="add mod">
          <ac:chgData name="ZUDRELL-KOCH Stefan" userId="e9a6a590-508e-40e7-9af9-9f85dae119b7" providerId="ADAL" clId="{5B748AC7-C77E-493C-A77B-D94156955FEA}" dt="2026-09-01T09:26:27.230" v="484" actId="1076"/>
          <ac:cxnSpMkLst>
            <pc:docMk/>
            <pc:sldMk cId="1526945579" sldId="256"/>
            <ac:cxnSpMk id="95" creationId="{7DB99BA3-7329-A419-3E74-CDCA14B9BA8D}"/>
          </ac:cxnSpMkLst>
        </pc:cxnChg>
        <pc:cxnChg chg="add mod">
          <ac:chgData name="ZUDRELL-KOCH Stefan" userId="e9a6a590-508e-40e7-9af9-9f85dae119b7" providerId="ADAL" clId="{5B748AC7-C77E-493C-A77B-D94156955FEA}" dt="2026-09-01T09:28:20.732" v="519" actId="1582"/>
          <ac:cxnSpMkLst>
            <pc:docMk/>
            <pc:sldMk cId="1526945579" sldId="256"/>
            <ac:cxnSpMk id="96" creationId="{F1097DDE-8A25-2643-BC40-5A7C46C510A9}"/>
          </ac:cxnSpMkLst>
        </pc:cxnChg>
        <pc:cxnChg chg="add mod">
          <ac:chgData name="ZUDRELL-KOCH Stefan" userId="e9a6a590-508e-40e7-9af9-9f85dae119b7" providerId="ADAL" clId="{5B748AC7-C77E-493C-A77B-D94156955FEA}" dt="2026-09-01T09:28:20.732" v="519" actId="1582"/>
          <ac:cxnSpMkLst>
            <pc:docMk/>
            <pc:sldMk cId="1526945579" sldId="256"/>
            <ac:cxnSpMk id="106" creationId="{66DAE13D-2DF4-95FA-0549-7C314328188C}"/>
          </ac:cxnSpMkLst>
        </pc:cxnChg>
        <pc:cxnChg chg="add mod">
          <ac:chgData name="ZUDRELL-KOCH Stefan" userId="e9a6a590-508e-40e7-9af9-9f85dae119b7" providerId="ADAL" clId="{5B748AC7-C77E-493C-A77B-D94156955FEA}" dt="2026-09-01T09:28:20.732" v="519" actId="1582"/>
          <ac:cxnSpMkLst>
            <pc:docMk/>
            <pc:sldMk cId="1526945579" sldId="256"/>
            <ac:cxnSpMk id="123" creationId="{60BE0793-C0EE-A884-8445-EFD227A7C8A9}"/>
          </ac:cxnSpMkLst>
        </pc:cxnChg>
        <pc:cxnChg chg="mod">
          <ac:chgData name="ZUDRELL-KOCH Stefan" userId="e9a6a590-508e-40e7-9af9-9f85dae119b7" providerId="ADAL" clId="{5B748AC7-C77E-493C-A77B-D94156955FEA}" dt="2026-09-01T09:26:49.738" v="488"/>
          <ac:cxnSpMkLst>
            <pc:docMk/>
            <pc:sldMk cId="1526945579" sldId="256"/>
            <ac:cxnSpMk id="179" creationId="{461A93F8-68D0-7738-8562-BED30AD9CC1A}"/>
          </ac:cxnSpMkLst>
        </pc:cxnChg>
        <pc:cxnChg chg="mod">
          <ac:chgData name="ZUDRELL-KOCH Stefan" userId="e9a6a590-508e-40e7-9af9-9f85dae119b7" providerId="ADAL" clId="{5B748AC7-C77E-493C-A77B-D94156955FEA}" dt="2026-09-01T09:26:49.738" v="488"/>
          <ac:cxnSpMkLst>
            <pc:docMk/>
            <pc:sldMk cId="1526945579" sldId="256"/>
            <ac:cxnSpMk id="180" creationId="{8BBAED95-D7A6-20C4-BEFB-8CCC2A566014}"/>
          </ac:cxnSpMkLst>
        </pc:cxnChg>
        <pc:cxnChg chg="mod">
          <ac:chgData name="ZUDRELL-KOCH Stefan" userId="e9a6a590-508e-40e7-9af9-9f85dae119b7" providerId="ADAL" clId="{5B748AC7-C77E-493C-A77B-D94156955FEA}" dt="2026-09-01T09:26:49.738" v="488"/>
          <ac:cxnSpMkLst>
            <pc:docMk/>
            <pc:sldMk cId="1526945579" sldId="256"/>
            <ac:cxnSpMk id="181" creationId="{11C26819-9452-3938-39FD-B6752833A8AE}"/>
          </ac:cxnSpMkLst>
        </pc:cxnChg>
        <pc:cxnChg chg="add mod">
          <ac:chgData name="ZUDRELL-KOCH Stefan" userId="e9a6a590-508e-40e7-9af9-9f85dae119b7" providerId="ADAL" clId="{5B748AC7-C77E-493C-A77B-D94156955FEA}" dt="2026-09-01T09:28:20.732" v="519" actId="1582"/>
          <ac:cxnSpMkLst>
            <pc:docMk/>
            <pc:sldMk cId="1526945579" sldId="256"/>
            <ac:cxnSpMk id="183" creationId="{E3ABBDE7-E2E8-25AB-C10E-B439A220FA3D}"/>
          </ac:cxnSpMkLst>
        </pc:cxnChg>
        <pc:cxnChg chg="add mod">
          <ac:chgData name="ZUDRELL-KOCH Stefan" userId="e9a6a590-508e-40e7-9af9-9f85dae119b7" providerId="ADAL" clId="{5B748AC7-C77E-493C-A77B-D94156955FEA}" dt="2026-09-01T09:29:02.438" v="534" actId="14100"/>
          <ac:cxnSpMkLst>
            <pc:docMk/>
            <pc:sldMk cId="1526945579" sldId="256"/>
            <ac:cxnSpMk id="193" creationId="{ABD99D13-DB2A-E7BC-02CF-97C5A3803D68}"/>
          </ac:cxnSpMkLst>
        </pc:cxnChg>
        <pc:cxnChg chg="add mod">
          <ac:chgData name="ZUDRELL-KOCH Stefan" userId="e9a6a590-508e-40e7-9af9-9f85dae119b7" providerId="ADAL" clId="{5B748AC7-C77E-493C-A77B-D94156955FEA}" dt="2026-09-01T09:29:00.222" v="533" actId="14100"/>
          <ac:cxnSpMkLst>
            <pc:docMk/>
            <pc:sldMk cId="1526945579" sldId="256"/>
            <ac:cxnSpMk id="195" creationId="{A89625A3-2CAD-EF2E-E8AD-1A1AF4FF8688}"/>
          </ac:cxnSpMkLst>
        </pc:cxnChg>
        <pc:cxnChg chg="mod">
          <ac:chgData name="ZUDRELL-KOCH Stefan" userId="e9a6a590-508e-40e7-9af9-9f85dae119b7" providerId="ADAL" clId="{5B748AC7-C77E-493C-A77B-D94156955FEA}" dt="2026-09-01T09:29:09.162" v="535"/>
          <ac:cxnSpMkLst>
            <pc:docMk/>
            <pc:sldMk cId="1526945579" sldId="256"/>
            <ac:cxnSpMk id="199" creationId="{CE9E2ECB-794D-128F-0A37-33B0D27B7242}"/>
          </ac:cxnSpMkLst>
        </pc:cxnChg>
        <pc:cxnChg chg="mod">
          <ac:chgData name="ZUDRELL-KOCH Stefan" userId="e9a6a590-508e-40e7-9af9-9f85dae119b7" providerId="ADAL" clId="{5B748AC7-C77E-493C-A77B-D94156955FEA}" dt="2026-09-01T09:29:09.162" v="535"/>
          <ac:cxnSpMkLst>
            <pc:docMk/>
            <pc:sldMk cId="1526945579" sldId="256"/>
            <ac:cxnSpMk id="200" creationId="{4C604A73-FC84-0568-50DD-1A9704143A95}"/>
          </ac:cxnSpMkLst>
        </pc:cxnChg>
        <pc:cxnChg chg="add mod">
          <ac:chgData name="ZUDRELL-KOCH Stefan" userId="e9a6a590-508e-40e7-9af9-9f85dae119b7" providerId="ADAL" clId="{5B748AC7-C77E-493C-A77B-D94156955FEA}" dt="2026-09-01T09:51:38.799" v="919" actId="1076"/>
          <ac:cxnSpMkLst>
            <pc:docMk/>
            <pc:sldMk cId="1526945579" sldId="256"/>
            <ac:cxnSpMk id="202" creationId="{088CD877-73CC-68FD-2E92-D484845E2B0D}"/>
          </ac:cxnSpMkLst>
        </pc:cxnChg>
        <pc:cxnChg chg="mod">
          <ac:chgData name="ZUDRELL-KOCH Stefan" userId="e9a6a590-508e-40e7-9af9-9f85dae119b7" providerId="ADAL" clId="{5B748AC7-C77E-493C-A77B-D94156955FEA}" dt="2026-09-01T09:29:48.499" v="541"/>
          <ac:cxnSpMkLst>
            <pc:docMk/>
            <pc:sldMk cId="1526945579" sldId="256"/>
            <ac:cxnSpMk id="204" creationId="{CBDF5F54-C2C7-2A1C-375B-AC04C4558565}"/>
          </ac:cxnSpMkLst>
        </pc:cxnChg>
        <pc:cxnChg chg="mod">
          <ac:chgData name="ZUDRELL-KOCH Stefan" userId="e9a6a590-508e-40e7-9af9-9f85dae119b7" providerId="ADAL" clId="{5B748AC7-C77E-493C-A77B-D94156955FEA}" dt="2026-09-01T09:29:48.499" v="541"/>
          <ac:cxnSpMkLst>
            <pc:docMk/>
            <pc:sldMk cId="1526945579" sldId="256"/>
            <ac:cxnSpMk id="207" creationId="{CEA2F230-0C93-10F0-0F55-BF71E7E9E102}"/>
          </ac:cxnSpMkLst>
        </pc:cxnChg>
        <pc:cxnChg chg="add mod">
          <ac:chgData name="ZUDRELL-KOCH Stefan" userId="e9a6a590-508e-40e7-9af9-9f85dae119b7" providerId="ADAL" clId="{5B748AC7-C77E-493C-A77B-D94156955FEA}" dt="2026-09-01T09:51:32.264" v="915" actId="14100"/>
          <ac:cxnSpMkLst>
            <pc:docMk/>
            <pc:sldMk cId="1526945579" sldId="256"/>
            <ac:cxnSpMk id="211" creationId="{2C1883B7-77F7-A60A-2FF2-347284DD0A3D}"/>
          </ac:cxnSpMkLst>
        </pc:cxnChg>
        <pc:cxnChg chg="add mod">
          <ac:chgData name="ZUDRELL-KOCH Stefan" userId="e9a6a590-508e-40e7-9af9-9f85dae119b7" providerId="ADAL" clId="{5B748AC7-C77E-493C-A77B-D94156955FEA}" dt="2026-09-01T09:39:51.048" v="606" actId="14100"/>
          <ac:cxnSpMkLst>
            <pc:docMk/>
            <pc:sldMk cId="1526945579" sldId="256"/>
            <ac:cxnSpMk id="215" creationId="{F2F92F92-89FF-EADA-E4C1-E50E0500B247}"/>
          </ac:cxnSpMkLst>
        </pc:cxnChg>
        <pc:cxnChg chg="add mod">
          <ac:chgData name="ZUDRELL-KOCH Stefan" userId="e9a6a590-508e-40e7-9af9-9f85dae119b7" providerId="ADAL" clId="{5B748AC7-C77E-493C-A77B-D94156955FEA}" dt="2026-09-01T09:40:34.430" v="645" actId="1076"/>
          <ac:cxnSpMkLst>
            <pc:docMk/>
            <pc:sldMk cId="1526945579" sldId="256"/>
            <ac:cxnSpMk id="222" creationId="{30C617FC-A705-A68B-B659-5F08BF2CE65F}"/>
          </ac:cxnSpMkLst>
        </pc:cxnChg>
        <pc:cxnChg chg="add mod">
          <ac:chgData name="ZUDRELL-KOCH Stefan" userId="e9a6a590-508e-40e7-9af9-9f85dae119b7" providerId="ADAL" clId="{5B748AC7-C77E-493C-A77B-D94156955FEA}" dt="2026-09-01T09:40:38.294" v="646" actId="571"/>
          <ac:cxnSpMkLst>
            <pc:docMk/>
            <pc:sldMk cId="1526945579" sldId="256"/>
            <ac:cxnSpMk id="224" creationId="{ECF6E34C-AD0E-8928-7D9A-C14595DC59BE}"/>
          </ac:cxnSpMkLst>
        </pc:cxnChg>
        <pc:cxnChg chg="add mod">
          <ac:chgData name="ZUDRELL-KOCH Stefan" userId="e9a6a590-508e-40e7-9af9-9f85dae119b7" providerId="ADAL" clId="{5B748AC7-C77E-493C-A77B-D94156955FEA}" dt="2026-09-01T09:45:07.647" v="766" actId="14100"/>
          <ac:cxnSpMkLst>
            <pc:docMk/>
            <pc:sldMk cId="1526945579" sldId="256"/>
            <ac:cxnSpMk id="231" creationId="{939D932D-74CC-729D-3C17-57EAF6CEA5FF}"/>
          </ac:cxnSpMkLst>
        </pc:cxnChg>
        <pc:cxnChg chg="mod">
          <ac:chgData name="ZUDRELL-KOCH Stefan" userId="e9a6a590-508e-40e7-9af9-9f85dae119b7" providerId="ADAL" clId="{5B748AC7-C77E-493C-A77B-D94156955FEA}" dt="2026-09-01T09:42:17.649" v="681"/>
          <ac:cxnSpMkLst>
            <pc:docMk/>
            <pc:sldMk cId="1526945579" sldId="256"/>
            <ac:cxnSpMk id="233" creationId="{99F97853-25D4-593A-EB1D-3EB104D8A4C9}"/>
          </ac:cxnSpMkLst>
        </pc:cxnChg>
        <pc:cxnChg chg="mod">
          <ac:chgData name="ZUDRELL-KOCH Stefan" userId="e9a6a590-508e-40e7-9af9-9f85dae119b7" providerId="ADAL" clId="{5B748AC7-C77E-493C-A77B-D94156955FEA}" dt="2026-09-01T09:42:17.649" v="681"/>
          <ac:cxnSpMkLst>
            <pc:docMk/>
            <pc:sldMk cId="1526945579" sldId="256"/>
            <ac:cxnSpMk id="236" creationId="{13D07054-FA36-B015-9893-45803B491464}"/>
          </ac:cxnSpMkLst>
        </pc:cxnChg>
        <pc:cxnChg chg="add mod">
          <ac:chgData name="ZUDRELL-KOCH Stefan" userId="e9a6a590-508e-40e7-9af9-9f85dae119b7" providerId="ADAL" clId="{5B748AC7-C77E-493C-A77B-D94156955FEA}" dt="2026-09-01T09:42:31.908" v="686" actId="1076"/>
          <ac:cxnSpMkLst>
            <pc:docMk/>
            <pc:sldMk cId="1526945579" sldId="256"/>
            <ac:cxnSpMk id="241" creationId="{6D4CA7E2-65CA-8748-B372-C108830E0DDC}"/>
          </ac:cxnSpMkLst>
        </pc:cxnChg>
        <pc:cxnChg chg="add mod">
          <ac:chgData name="ZUDRELL-KOCH Stefan" userId="e9a6a590-508e-40e7-9af9-9f85dae119b7" providerId="ADAL" clId="{5B748AC7-C77E-493C-A77B-D94156955FEA}" dt="2026-09-01T09:43:36.690" v="714" actId="571"/>
          <ac:cxnSpMkLst>
            <pc:docMk/>
            <pc:sldMk cId="1526945579" sldId="256"/>
            <ac:cxnSpMk id="246" creationId="{F018D728-1510-2AB2-F4F9-86DB7C31B4A7}"/>
          </ac:cxnSpMkLst>
        </pc:cxnChg>
        <pc:cxnChg chg="add mod">
          <ac:chgData name="ZUDRELL-KOCH Stefan" userId="e9a6a590-508e-40e7-9af9-9f85dae119b7" providerId="ADAL" clId="{5B748AC7-C77E-493C-A77B-D94156955FEA}" dt="2026-09-01T09:44:59.043" v="764" actId="1076"/>
          <ac:cxnSpMkLst>
            <pc:docMk/>
            <pc:sldMk cId="1526945579" sldId="256"/>
            <ac:cxnSpMk id="248" creationId="{6DE0BBC8-E762-33EF-8021-A87E1B2B947E}"/>
          </ac:cxnSpMkLst>
        </pc:cxnChg>
        <pc:cxnChg chg="add del mod">
          <ac:chgData name="ZUDRELL-KOCH Stefan" userId="e9a6a590-508e-40e7-9af9-9f85dae119b7" providerId="ADAL" clId="{5B748AC7-C77E-493C-A77B-D94156955FEA}" dt="2026-09-01T09:49:00.138" v="848" actId="21"/>
          <ac:cxnSpMkLst>
            <pc:docMk/>
            <pc:sldMk cId="1526945579" sldId="256"/>
            <ac:cxnSpMk id="252" creationId="{90B094AA-2C5C-D633-A3D8-A6D7A85F1821}"/>
          </ac:cxnSpMkLst>
        </pc:cxnChg>
        <pc:cxnChg chg="add mod">
          <ac:chgData name="ZUDRELL-KOCH Stefan" userId="e9a6a590-508e-40e7-9af9-9f85dae119b7" providerId="ADAL" clId="{5B748AC7-C77E-493C-A77B-D94156955FEA}" dt="2026-09-01T09:47:40.307" v="826" actId="14100"/>
          <ac:cxnSpMkLst>
            <pc:docMk/>
            <pc:sldMk cId="1526945579" sldId="256"/>
            <ac:cxnSpMk id="257" creationId="{C0962914-A0F3-02E3-79E2-D58C3D068ECA}"/>
          </ac:cxnSpMkLst>
        </pc:cxnChg>
        <pc:cxnChg chg="add mod">
          <ac:chgData name="ZUDRELL-KOCH Stefan" userId="e9a6a590-508e-40e7-9af9-9f85dae119b7" providerId="ADAL" clId="{5B748AC7-C77E-493C-A77B-D94156955FEA}" dt="2026-09-01T09:48:07.517" v="836" actId="14100"/>
          <ac:cxnSpMkLst>
            <pc:docMk/>
            <pc:sldMk cId="1526945579" sldId="256"/>
            <ac:cxnSpMk id="262" creationId="{61C877D1-8186-9640-7ABF-D8A2F723C81C}"/>
          </ac:cxnSpMkLst>
        </pc:cxnChg>
        <pc:cxnChg chg="add mod">
          <ac:chgData name="ZUDRELL-KOCH Stefan" userId="e9a6a590-508e-40e7-9af9-9f85dae119b7" providerId="ADAL" clId="{5B748AC7-C77E-493C-A77B-D94156955FEA}" dt="2026-09-01T09:52:42.339" v="946" actId="14100"/>
          <ac:cxnSpMkLst>
            <pc:docMk/>
            <pc:sldMk cId="1526945579" sldId="256"/>
            <ac:cxnSpMk id="264" creationId="{9126620E-D4C4-524E-A37B-1D89348ADA5E}"/>
          </ac:cxnSpMkLst>
        </pc:cxnChg>
        <pc:cxnChg chg="add mod">
          <ac:chgData name="ZUDRELL-KOCH Stefan" userId="e9a6a590-508e-40e7-9af9-9f85dae119b7" providerId="ADAL" clId="{5B748AC7-C77E-493C-A77B-D94156955FEA}" dt="2026-09-01T09:48:02.789" v="834" actId="14100"/>
          <ac:cxnSpMkLst>
            <pc:docMk/>
            <pc:sldMk cId="1526945579" sldId="256"/>
            <ac:cxnSpMk id="268" creationId="{ABF0ED72-9AA9-82D2-713E-4AA999C0073E}"/>
          </ac:cxnSpMkLst>
        </pc:cxnChg>
        <pc:cxnChg chg="add mod">
          <ac:chgData name="ZUDRELL-KOCH Stefan" userId="e9a6a590-508e-40e7-9af9-9f85dae119b7" providerId="ADAL" clId="{5B748AC7-C77E-493C-A77B-D94156955FEA}" dt="2026-09-01T09:48:13.757" v="837" actId="14100"/>
          <ac:cxnSpMkLst>
            <pc:docMk/>
            <pc:sldMk cId="1526945579" sldId="256"/>
            <ac:cxnSpMk id="270" creationId="{53EE0AF3-4908-86FE-94F5-07214D93BCAD}"/>
          </ac:cxnSpMkLst>
        </pc:cxnChg>
        <pc:cxnChg chg="add mod">
          <ac:chgData name="ZUDRELL-KOCH Stefan" userId="e9a6a590-508e-40e7-9af9-9f85dae119b7" providerId="ADAL" clId="{5B748AC7-C77E-493C-A77B-D94156955FEA}" dt="2026-09-01T09:49:10.491" v="852" actId="14100"/>
          <ac:cxnSpMkLst>
            <pc:docMk/>
            <pc:sldMk cId="1526945579" sldId="256"/>
            <ac:cxnSpMk id="276" creationId="{4626B6E2-5BEF-07AA-A432-D5517D505704}"/>
          </ac:cxnSpMkLst>
        </pc:cxnChg>
        <pc:cxnChg chg="add mod">
          <ac:chgData name="ZUDRELL-KOCH Stefan" userId="e9a6a590-508e-40e7-9af9-9f85dae119b7" providerId="ADAL" clId="{5B748AC7-C77E-493C-A77B-D94156955FEA}" dt="2026-09-01T09:49:35.619" v="860" actId="1076"/>
          <ac:cxnSpMkLst>
            <pc:docMk/>
            <pc:sldMk cId="1526945579" sldId="256"/>
            <ac:cxnSpMk id="280" creationId="{4DB917D1-D669-BF23-FCE2-564E17736B6B}"/>
          </ac:cxnSpMkLst>
        </pc:cxnChg>
        <pc:cxnChg chg="add mod">
          <ac:chgData name="ZUDRELL-KOCH Stefan" userId="e9a6a590-508e-40e7-9af9-9f85dae119b7" providerId="ADAL" clId="{5B748AC7-C77E-493C-A77B-D94156955FEA}" dt="2026-09-01T09:50:00.822" v="867" actId="571"/>
          <ac:cxnSpMkLst>
            <pc:docMk/>
            <pc:sldMk cId="1526945579" sldId="256"/>
            <ac:cxnSpMk id="284" creationId="{303C81F3-CD05-D0CE-9CF9-9491056B1A89}"/>
          </ac:cxnSpMkLst>
        </pc:cxnChg>
        <pc:cxnChg chg="add mod">
          <ac:chgData name="ZUDRELL-KOCH Stefan" userId="e9a6a590-508e-40e7-9af9-9f85dae119b7" providerId="ADAL" clId="{5B748AC7-C77E-493C-A77B-D94156955FEA}" dt="2026-09-01T09:50:40.524" v="891" actId="571"/>
          <ac:cxnSpMkLst>
            <pc:docMk/>
            <pc:sldMk cId="1526945579" sldId="256"/>
            <ac:cxnSpMk id="287" creationId="{E07D8614-56EF-D090-ED11-FE7BB68CDEE7}"/>
          </ac:cxnSpMkLst>
        </pc:cxnChg>
        <pc:cxnChg chg="add mod">
          <ac:chgData name="ZUDRELL-KOCH Stefan" userId="e9a6a590-508e-40e7-9af9-9f85dae119b7" providerId="ADAL" clId="{5B748AC7-C77E-493C-A77B-D94156955FEA}" dt="2026-09-01T09:50:45.781" v="893" actId="14100"/>
          <ac:cxnSpMkLst>
            <pc:docMk/>
            <pc:sldMk cId="1526945579" sldId="256"/>
            <ac:cxnSpMk id="288" creationId="{80D571AA-247F-A0A8-9740-F26B34E09430}"/>
          </ac:cxnSpMkLst>
        </pc:cxnChg>
        <pc:cxnChg chg="add mod">
          <ac:chgData name="ZUDRELL-KOCH Stefan" userId="e9a6a590-508e-40e7-9af9-9f85dae119b7" providerId="ADAL" clId="{5B748AC7-C77E-493C-A77B-D94156955FEA}" dt="2026-09-01T09:50:47.671" v="894" actId="571"/>
          <ac:cxnSpMkLst>
            <pc:docMk/>
            <pc:sldMk cId="1526945579" sldId="256"/>
            <ac:cxnSpMk id="290" creationId="{39224C79-7DBD-316A-0812-43639FC15519}"/>
          </ac:cxnSpMkLst>
        </pc:cxnChg>
        <pc:cxnChg chg="add mod">
          <ac:chgData name="ZUDRELL-KOCH Stefan" userId="e9a6a590-508e-40e7-9af9-9f85dae119b7" providerId="ADAL" clId="{5B748AC7-C77E-493C-A77B-D94156955FEA}" dt="2026-09-01T09:51:48.268" v="922" actId="571"/>
          <ac:cxnSpMkLst>
            <pc:docMk/>
            <pc:sldMk cId="1526945579" sldId="256"/>
            <ac:cxnSpMk id="294" creationId="{44977CB9-F3AC-925F-B5D6-3F1C0B6A747B}"/>
          </ac:cxnSpMkLst>
        </pc:cxnChg>
        <pc:cxnChg chg="add mod">
          <ac:chgData name="ZUDRELL-KOCH Stefan" userId="e9a6a590-508e-40e7-9af9-9f85dae119b7" providerId="ADAL" clId="{5B748AC7-C77E-493C-A77B-D94156955FEA}" dt="2026-09-01T09:52:37.135" v="944" actId="14100"/>
          <ac:cxnSpMkLst>
            <pc:docMk/>
            <pc:sldMk cId="1526945579" sldId="256"/>
            <ac:cxnSpMk id="300" creationId="{DC9B7E80-8C43-FC64-18FC-E85BB25B2F28}"/>
          </ac:cxnSpMkLst>
        </pc:cxnChg>
        <pc:cxnChg chg="add mod">
          <ac:chgData name="ZUDRELL-KOCH Stefan" userId="e9a6a590-508e-40e7-9af9-9f85dae119b7" providerId="ADAL" clId="{5B748AC7-C77E-493C-A77B-D94156955FEA}" dt="2026-09-01T09:54:30.635" v="982" actId="14100"/>
          <ac:cxnSpMkLst>
            <pc:docMk/>
            <pc:sldMk cId="1526945579" sldId="256"/>
            <ac:cxnSpMk id="305" creationId="{AE4EBD66-E47A-2A1F-6738-6B9CD4522C5C}"/>
          </ac:cxnSpMkLst>
        </pc:cxnChg>
        <pc:cxnChg chg="add mod">
          <ac:chgData name="ZUDRELL-KOCH Stefan" userId="e9a6a590-508e-40e7-9af9-9f85dae119b7" providerId="ADAL" clId="{5B748AC7-C77E-493C-A77B-D94156955FEA}" dt="2026-09-01T09:54:32.280" v="983" actId="571"/>
          <ac:cxnSpMkLst>
            <pc:docMk/>
            <pc:sldMk cId="1526945579" sldId="256"/>
            <ac:cxnSpMk id="308" creationId="{0D3BA19D-4D42-EC9B-A081-6627C6B1872A}"/>
          </ac:cxnSpMkLst>
        </pc:cxnChg>
        <pc:cxnChg chg="add mod">
          <ac:chgData name="ZUDRELL-KOCH Stefan" userId="e9a6a590-508e-40e7-9af9-9f85dae119b7" providerId="ADAL" clId="{5B748AC7-C77E-493C-A77B-D94156955FEA}" dt="2026-09-01T09:54:38.022" v="987" actId="571"/>
          <ac:cxnSpMkLst>
            <pc:docMk/>
            <pc:sldMk cId="1526945579" sldId="256"/>
            <ac:cxnSpMk id="311" creationId="{5FE719DC-0769-C473-0AC4-9FA66E8A8F18}"/>
          </ac:cxnSpMkLst>
        </pc:cxnChg>
        <pc:cxnChg chg="add mod">
          <ac:chgData name="ZUDRELL-KOCH Stefan" userId="e9a6a590-508e-40e7-9af9-9f85dae119b7" providerId="ADAL" clId="{5B748AC7-C77E-493C-A77B-D94156955FEA}" dt="2026-09-01T09:56:57.441" v="1033" actId="1076"/>
          <ac:cxnSpMkLst>
            <pc:docMk/>
            <pc:sldMk cId="1526945579" sldId="256"/>
            <ac:cxnSpMk id="322" creationId="{9C37B10E-7436-CB29-16FA-728568BE75F8}"/>
          </ac:cxnSpMkLst>
        </pc:cxnChg>
        <pc:cxnChg chg="add mod">
          <ac:chgData name="ZUDRELL-KOCH Stefan" userId="e9a6a590-508e-40e7-9af9-9f85dae119b7" providerId="ADAL" clId="{5B748AC7-C77E-493C-A77B-D94156955FEA}" dt="2026-09-01T09:56:16.695" v="1027" actId="1076"/>
          <ac:cxnSpMkLst>
            <pc:docMk/>
            <pc:sldMk cId="1526945579" sldId="256"/>
            <ac:cxnSpMk id="326" creationId="{F44CCB7F-D143-1230-AD3D-BEE1FD9A31C5}"/>
          </ac:cxnSpMkLst>
        </pc:cxnChg>
        <pc:cxnChg chg="add mod">
          <ac:chgData name="ZUDRELL-KOCH Stefan" userId="e9a6a590-508e-40e7-9af9-9f85dae119b7" providerId="ADAL" clId="{5B748AC7-C77E-493C-A77B-D94156955FEA}" dt="2026-09-01T14:27:14.945" v="1164" actId="1076"/>
          <ac:cxnSpMkLst>
            <pc:docMk/>
            <pc:sldMk cId="1526945579" sldId="256"/>
            <ac:cxnSpMk id="331" creationId="{D8DF3378-A71B-0305-100E-E759850D914E}"/>
          </ac:cxnSpMkLst>
        </pc:cxnChg>
        <pc:cxnChg chg="add mod">
          <ac:chgData name="ZUDRELL-KOCH Stefan" userId="e9a6a590-508e-40e7-9af9-9f85dae119b7" providerId="ADAL" clId="{5B748AC7-C77E-493C-A77B-D94156955FEA}" dt="2026-09-01T09:56:54.554" v="1032" actId="571"/>
          <ac:cxnSpMkLst>
            <pc:docMk/>
            <pc:sldMk cId="1526945579" sldId="256"/>
            <ac:cxnSpMk id="332" creationId="{FCC6DDBE-BD52-030C-1CB5-3229EAE7FD65}"/>
          </ac:cxnSpMkLst>
        </pc:cxnChg>
        <pc:cxnChg chg="add mod">
          <ac:chgData name="ZUDRELL-KOCH Stefan" userId="e9a6a590-508e-40e7-9af9-9f85dae119b7" providerId="ADAL" clId="{5B748AC7-C77E-493C-A77B-D94156955FEA}" dt="2026-09-01T09:56:54.554" v="1032" actId="571"/>
          <ac:cxnSpMkLst>
            <pc:docMk/>
            <pc:sldMk cId="1526945579" sldId="256"/>
            <ac:cxnSpMk id="333" creationId="{488FA7A3-060A-6936-4B30-630C99FC8CF7}"/>
          </ac:cxnSpMkLst>
        </pc:cxnChg>
        <pc:cxnChg chg="add mod">
          <ac:chgData name="ZUDRELL-KOCH Stefan" userId="e9a6a590-508e-40e7-9af9-9f85dae119b7" providerId="ADAL" clId="{5B748AC7-C77E-493C-A77B-D94156955FEA}" dt="2026-09-01T09:56:54.554" v="1032" actId="571"/>
          <ac:cxnSpMkLst>
            <pc:docMk/>
            <pc:sldMk cId="1526945579" sldId="256"/>
            <ac:cxnSpMk id="334" creationId="{ED2F4C59-D72D-6E85-A6EA-343EA62DB6A0}"/>
          </ac:cxnSpMkLst>
        </pc:cxnChg>
        <pc:cxnChg chg="add mod">
          <ac:chgData name="ZUDRELL-KOCH Stefan" userId="e9a6a590-508e-40e7-9af9-9f85dae119b7" providerId="ADAL" clId="{5B748AC7-C77E-493C-A77B-D94156955FEA}" dt="2026-09-01T09:57:46.495" v="1053" actId="1076"/>
          <ac:cxnSpMkLst>
            <pc:docMk/>
            <pc:sldMk cId="1526945579" sldId="256"/>
            <ac:cxnSpMk id="336" creationId="{01D30543-4FD2-DD0A-8B52-9D2AF45457EE}"/>
          </ac:cxnSpMkLst>
        </pc:cxnChg>
        <pc:cxnChg chg="add mod">
          <ac:chgData name="ZUDRELL-KOCH Stefan" userId="e9a6a590-508e-40e7-9af9-9f85dae119b7" providerId="ADAL" clId="{5B748AC7-C77E-493C-A77B-D94156955FEA}" dt="2026-09-01T09:56:58.933" v="1034" actId="571"/>
          <ac:cxnSpMkLst>
            <pc:docMk/>
            <pc:sldMk cId="1526945579" sldId="256"/>
            <ac:cxnSpMk id="337" creationId="{0475F4F9-E19F-88F6-E5D5-F0F0AA06B5A0}"/>
          </ac:cxnSpMkLst>
        </pc:cxnChg>
        <pc:cxnChg chg="add mod">
          <ac:chgData name="ZUDRELL-KOCH Stefan" userId="e9a6a590-508e-40e7-9af9-9f85dae119b7" providerId="ADAL" clId="{5B748AC7-C77E-493C-A77B-D94156955FEA}" dt="2026-09-01T09:57:40.328" v="1051" actId="1582"/>
          <ac:cxnSpMkLst>
            <pc:docMk/>
            <pc:sldMk cId="1526945579" sldId="256"/>
            <ac:cxnSpMk id="340" creationId="{0D155B79-33E1-3F05-47F3-9CA658B04874}"/>
          </ac:cxnSpMkLst>
        </pc:cxnChg>
        <pc:cxnChg chg="add mod">
          <ac:chgData name="ZUDRELL-KOCH Stefan" userId="e9a6a590-508e-40e7-9af9-9f85dae119b7" providerId="ADAL" clId="{5B748AC7-C77E-493C-A77B-D94156955FEA}" dt="2026-09-01T09:57:44.523" v="1052" actId="571"/>
          <ac:cxnSpMkLst>
            <pc:docMk/>
            <pc:sldMk cId="1526945579" sldId="256"/>
            <ac:cxnSpMk id="343" creationId="{83BFEA5D-8F7E-AEE2-164D-422F7C325168}"/>
          </ac:cxnSpMkLst>
        </pc:cxnChg>
        <pc:cxnChg chg="add mod">
          <ac:chgData name="ZUDRELL-KOCH Stefan" userId="e9a6a590-508e-40e7-9af9-9f85dae119b7" providerId="ADAL" clId="{5B748AC7-C77E-493C-A77B-D94156955FEA}" dt="2026-09-01T09:57:54.966" v="1054" actId="571"/>
          <ac:cxnSpMkLst>
            <pc:docMk/>
            <pc:sldMk cId="1526945579" sldId="256"/>
            <ac:cxnSpMk id="344" creationId="{1320C3D4-FCEC-DEAE-F3DC-4C762E4AB984}"/>
          </ac:cxnSpMkLst>
        </pc:cxnChg>
        <pc:cxnChg chg="add mod">
          <ac:chgData name="ZUDRELL-KOCH Stefan" userId="e9a6a590-508e-40e7-9af9-9f85dae119b7" providerId="ADAL" clId="{5B748AC7-C77E-493C-A77B-D94156955FEA}" dt="2026-09-01T09:57:57.784" v="1055" actId="571"/>
          <ac:cxnSpMkLst>
            <pc:docMk/>
            <pc:sldMk cId="1526945579" sldId="256"/>
            <ac:cxnSpMk id="345" creationId="{9A67CBD7-F5DC-B26C-4AE0-79DC5D051A5A}"/>
          </ac:cxnSpMkLst>
        </pc:cxnChg>
        <pc:cxnChg chg="add mod">
          <ac:chgData name="ZUDRELL-KOCH Stefan" userId="e9a6a590-508e-40e7-9af9-9f85dae119b7" providerId="ADAL" clId="{5B748AC7-C77E-493C-A77B-D94156955FEA}" dt="2026-09-01T09:58:26.421" v="1064" actId="1076"/>
          <ac:cxnSpMkLst>
            <pc:docMk/>
            <pc:sldMk cId="1526945579" sldId="256"/>
            <ac:cxnSpMk id="346" creationId="{DF057E6D-1A8A-F9D0-E715-24D59A69813A}"/>
          </ac:cxnSpMkLst>
        </pc:cxnChg>
        <pc:cxnChg chg="add mod">
          <ac:chgData name="ZUDRELL-KOCH Stefan" userId="e9a6a590-508e-40e7-9af9-9f85dae119b7" providerId="ADAL" clId="{5B748AC7-C77E-493C-A77B-D94156955FEA}" dt="2026-09-01T09:58:50.585" v="1075" actId="1076"/>
          <ac:cxnSpMkLst>
            <pc:docMk/>
            <pc:sldMk cId="1526945579" sldId="256"/>
            <ac:cxnSpMk id="349" creationId="{CC736DB3-C2D4-3DB8-0672-D52BEFA966E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 mod">
              <pc226:chgData name="ZUDRELL-KOCH Stefan" userId="e9a6a590-508e-40e7-9af9-9f85dae119b7" providerId="ADAL" clId="{5B748AC7-C77E-493C-A77B-D94156955FEA}" dt="2026-09-01T10:02:22.592" v="1161"/>
              <pc2:cmMkLst xmlns:pc2="http://schemas.microsoft.com/office/powerpoint/2019/9/main/command">
                <pc:docMk/>
                <pc:sldMk cId="1526945579" sldId="256"/>
                <pc2:cmMk id="{EC013F4E-3EF4-4A41-970A-6B2A1A4A53C0}"/>
              </pc2:cmMkLst>
            </pc226:cmChg>
            <pc226:cmChg xmlns:pc226="http://schemas.microsoft.com/office/powerpoint/2022/06/main/command" chg="add">
              <pc226:chgData name="ZUDRELL-KOCH Stefan" userId="e9a6a590-508e-40e7-9af9-9f85dae119b7" providerId="ADAL" clId="{5B748AC7-C77E-493C-A77B-D94156955FEA}" dt="2026-09-01T10:02:52.346" v="1162"/>
              <pc2:cmMkLst xmlns:pc2="http://schemas.microsoft.com/office/powerpoint/2019/9/main/command">
                <pc:docMk/>
                <pc:sldMk cId="1526945579" sldId="256"/>
                <pc2:cmMk id="{FE897A81-65DB-46B8-8E33-A35864578DE5}"/>
              </pc2:cmMkLst>
            </pc226:cmChg>
          </p:ext>
        </pc:extLst>
      </pc:sldChg>
    </pc:docChg>
  </pc:docChgLst>
</pc:chgInfo>
</file>

<file path=ppt/comments/modernComment_100_5B03572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897A81-65DB-46B8-8E33-A35864578DE5}" authorId="{84177387-5181-26A5-7774-2D173DDFEBBE}" created="2026-09-01T10:02:52.301">
    <pc:sldMkLst xmlns:pc="http://schemas.microsoft.com/office/powerpoint/2013/main/command">
      <pc:docMk/>
      <pc:sldMk cId="1526945579" sldId="256"/>
    </pc:sldMkLst>
    <p188:txBody>
      <a:bodyPr/>
      <a:lstStyle/>
      <a:p>
        <a:r>
          <a:rPr lang="de-AT"/>
          <a:t>Initial Block Diagram for EmoLab Control Board.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17FB05-A0CE-6587-880F-E97EDD4A28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353D16A-3F33-477A-D771-42BB265F26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36AC6F-45FA-37F2-18F9-22DA8CF0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C9DD6B-457E-35BA-D61E-ED4CFA21E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ED42B0-E1D1-F0B0-8C20-07959B88C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63048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EB1997-E750-4C9E-631A-C706395EC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D27939-55CE-5089-9602-B9859107C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65A360-8209-4669-2F78-D544E27CB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C7EB1A-BBAE-0AE5-5B42-F7DC5135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0938EA-9AE0-D9BD-8B67-B26FC0745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90239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031C8F-2939-C8A3-9335-2D077B103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A7E72D2-0DF1-7B04-4B4C-F9F24B82B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66C8F8-D5F7-E085-99C8-DCF6C8B7A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38EDDD-211C-7A78-86B3-63EBF27A0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4A96BF-C82C-C8AE-9602-511D235B7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4701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66C51-A968-918B-F11A-5D15F2B67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A38590-B28F-D9E0-18F1-5D03C10C58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8D0D1B-B001-2F5B-AF34-8DD56A0B8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8D880-1592-C794-1A55-E71C51831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695DC4-E57E-5F7B-1511-F83732BF8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452F7C-E6B6-2B47-D357-B92EF0E10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86535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6D6284-0411-1123-DBEE-15FE2C269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34A946-EF12-9D45-463D-E3FF1564A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D6DD97-599E-FC0F-E1A5-400FD05727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B1FD971-32EF-9997-F77A-76BCD242BB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829F171-29A1-4AEC-C3E2-3FC1B8BEBB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B2C2F9F-1704-4932-61EC-0FE901088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D6ED707-B5A7-035D-FAE2-07FE3097E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BC3640A-DC98-C5AC-D9F8-9A266640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50316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3B53E1-96FE-A08C-8DF0-1C51DE096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745B1C-F914-5E54-8044-EBB01764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4563C23-399F-66D7-3467-D887DC922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8A579E-B583-01FE-21E1-4891BD706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16743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696ED94-E245-8CA3-3729-BE46D539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A7343D8-E0A7-5C3B-4853-77A2841F6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C2B4C1-A853-CB56-A324-36DF482BA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7432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79133B-670A-7EC2-BC14-38D90FFA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5BC93-FCAE-1066-5241-D2D0B5FD3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73325BC-1090-C9FD-3C6C-EA7563AF0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E6DA730-9308-C575-A5DC-C41C59B24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16E648-5366-9E22-2B68-90C90AB2E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D2823F1-28B5-B29C-BA64-4729872D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21660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2EF340-3728-E460-B1B4-83EFF58D9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6A9E35E-6F10-1A40-D3DE-B994707B46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54FE335-B4E5-FE6B-B550-EB6991F14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351F5C-A215-0205-1BC8-126DC820E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4E50227-4091-2C3C-2F4A-5171A38AB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7C28022-1F44-EA09-BC52-93D12ABE6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96703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9B0C14-E412-74B7-DF47-CC2370255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3995AE2-D431-E471-7976-171DE83BB9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B6D9D6-7586-333A-78C3-FBD3D5C4D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8DCB3F3-CDDC-6614-66E1-E6CBBAAE6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436366-5B75-3075-78DB-F62E374A8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0247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E73C01A-D698-4C9D-A875-1B56B901FA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A49726D-4B5D-319F-1F93-BEB7ACABA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247BC5-1DF3-67E1-A667-A8760747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4713BE-1880-D99F-7C30-31703316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1A3C9-C864-F0FB-E67C-2B335C448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97195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A5149D3-D4F7-8CA6-BE1E-60938C0DF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37CA30-4AD3-6089-1DF9-8C3DCB3C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D72795-1D3B-0F55-E86A-49D52D6000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7D09D9-B83C-4878-A817-319374DDF0C7}" type="datetimeFigureOut">
              <a:rPr lang="de-AT" smtClean="0"/>
              <a:t>06.09.2026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522FEE6-C0A1-DA20-1C76-5E894F8D75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9BAA55-E7CC-49B4-A4EA-6EC397147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BE40D5-1AD1-4F1C-8F30-343FFC825E6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2985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5B03572B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hteck 181">
            <a:extLst>
              <a:ext uri="{FF2B5EF4-FFF2-40B4-BE49-F238E27FC236}">
                <a16:creationId xmlns:a16="http://schemas.microsoft.com/office/drawing/2014/main" id="{7E436891-74E1-C57B-6AEB-03C426B3DFF5}"/>
              </a:ext>
            </a:extLst>
          </p:cNvPr>
          <p:cNvSpPr/>
          <p:nvPr/>
        </p:nvSpPr>
        <p:spPr>
          <a:xfrm>
            <a:off x="3467708" y="620688"/>
            <a:ext cx="720080" cy="3960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>
              <a:noFill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49056B8-D49D-590D-B590-98A1A2DD016E}"/>
              </a:ext>
            </a:extLst>
          </p:cNvPr>
          <p:cNvSpPr/>
          <p:nvPr/>
        </p:nvSpPr>
        <p:spPr>
          <a:xfrm>
            <a:off x="6636060" y="2924944"/>
            <a:ext cx="2304256" cy="14761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778D7A-74A4-3E25-B31D-278B0042B992}"/>
              </a:ext>
            </a:extLst>
          </p:cNvPr>
          <p:cNvSpPr/>
          <p:nvPr/>
        </p:nvSpPr>
        <p:spPr>
          <a:xfrm>
            <a:off x="335360" y="620688"/>
            <a:ext cx="756084" cy="13321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Batt</a:t>
            </a:r>
            <a:br>
              <a:rPr lang="de-DE" sz="1200" b="1" dirty="0"/>
            </a:br>
            <a:r>
              <a:rPr lang="de-DE" sz="1200" b="1" dirty="0" err="1"/>
              <a:t>Screw</a:t>
            </a:r>
            <a:br>
              <a:rPr lang="de-DE" sz="1200" b="1" dirty="0"/>
            </a:br>
            <a:r>
              <a:rPr lang="de-DE" sz="1200" b="1" dirty="0"/>
              <a:t>Terminal</a:t>
            </a:r>
            <a:endParaRPr lang="de-AT" sz="1200" b="1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CA13301-79CA-9D20-03DC-7DF7A54DD550}"/>
              </a:ext>
            </a:extLst>
          </p:cNvPr>
          <p:cNvSpPr/>
          <p:nvPr/>
        </p:nvSpPr>
        <p:spPr>
          <a:xfrm>
            <a:off x="4079776" y="2888940"/>
            <a:ext cx="1908212" cy="1512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C8365E1-A41B-B639-5AAD-98D53620F2A2}"/>
              </a:ext>
            </a:extLst>
          </p:cNvPr>
          <p:cNvSpPr txBox="1"/>
          <p:nvPr/>
        </p:nvSpPr>
        <p:spPr>
          <a:xfrm>
            <a:off x="4691844" y="3392996"/>
            <a:ext cx="5982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1000" b="1" dirty="0" err="1"/>
              <a:t>Atmega</a:t>
            </a:r>
            <a:endParaRPr lang="de-AT" sz="1000" b="1" dirty="0"/>
          </a:p>
          <a:p>
            <a:pPr algn="ctr"/>
            <a:r>
              <a:rPr lang="de-AT" sz="1000" b="1" dirty="0"/>
              <a:t>328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0D529A5-C989-F0CB-B608-D4D6A603BA32}"/>
              </a:ext>
            </a:extLst>
          </p:cNvPr>
          <p:cNvSpPr txBox="1"/>
          <p:nvPr/>
        </p:nvSpPr>
        <p:spPr>
          <a:xfrm>
            <a:off x="7536160" y="3429000"/>
            <a:ext cx="513282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de-AT" sz="1000" b="1" dirty="0"/>
              <a:t>BL54</a:t>
            </a:r>
          </a:p>
          <a:p>
            <a:r>
              <a:rPr lang="de-AT" sz="1000" b="1" dirty="0" err="1"/>
              <a:t>Ezurio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D893D3-DC4C-EF4A-2109-432A7C1EEFC5}"/>
              </a:ext>
            </a:extLst>
          </p:cNvPr>
          <p:cNvSpPr/>
          <p:nvPr/>
        </p:nvSpPr>
        <p:spPr>
          <a:xfrm>
            <a:off x="1451484" y="2528900"/>
            <a:ext cx="720080" cy="5400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/>
              <a:t>LDO</a:t>
            </a:r>
            <a:br>
              <a:rPr lang="de-DE" sz="1000" b="1" dirty="0"/>
            </a:br>
            <a:r>
              <a:rPr lang="de-DE" sz="1000" b="1" dirty="0"/>
              <a:t>3V3</a:t>
            </a:r>
            <a:endParaRPr lang="de-AT" sz="1000" b="1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DEBECE7-20C8-2CC5-D84B-6E299FC5B663}"/>
              </a:ext>
            </a:extLst>
          </p:cNvPr>
          <p:cNvSpPr/>
          <p:nvPr/>
        </p:nvSpPr>
        <p:spPr>
          <a:xfrm>
            <a:off x="1091444" y="5985284"/>
            <a:ext cx="3312368" cy="32403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AT" sz="1000" b="1" dirty="0"/>
              <a:t>Expansion 1 (10x Pin Socket)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5CF585A-6DF0-8587-689F-C03A67509053}"/>
              </a:ext>
            </a:extLst>
          </p:cNvPr>
          <p:cNvSpPr/>
          <p:nvPr/>
        </p:nvSpPr>
        <p:spPr>
          <a:xfrm>
            <a:off x="4655840" y="5985284"/>
            <a:ext cx="5328592" cy="32403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/>
              <a:t>Expansion 2 (10x Pin Socket)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A89C700-0B5E-57A6-E534-D3DA8C34A7C5}"/>
              </a:ext>
            </a:extLst>
          </p:cNvPr>
          <p:cNvSpPr txBox="1"/>
          <p:nvPr/>
        </p:nvSpPr>
        <p:spPr>
          <a:xfrm>
            <a:off x="7284132" y="2672916"/>
            <a:ext cx="13404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>
                <a:solidFill>
                  <a:schemeClr val="bg1"/>
                </a:solidFill>
              </a:rPr>
              <a:t>Pin Header Expansion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274222A-5577-3AC1-7013-BA0E984E55B6}"/>
              </a:ext>
            </a:extLst>
          </p:cNvPr>
          <p:cNvCxnSpPr>
            <a:cxnSpLocks/>
          </p:cNvCxnSpPr>
          <p:nvPr/>
        </p:nvCxnSpPr>
        <p:spPr>
          <a:xfrm flipH="1">
            <a:off x="5994438" y="3537012"/>
            <a:ext cx="648072" cy="0"/>
          </a:xfrm>
          <a:prstGeom prst="line">
            <a:avLst/>
          </a:prstGeom>
          <a:ln w="3810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4FEC6D4C-92F4-E406-915F-5437EA3B674A}"/>
              </a:ext>
            </a:extLst>
          </p:cNvPr>
          <p:cNvSpPr txBox="1"/>
          <p:nvPr/>
        </p:nvSpPr>
        <p:spPr>
          <a:xfrm>
            <a:off x="1271464" y="3284984"/>
            <a:ext cx="601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VCC3V3</a:t>
            </a:r>
            <a:br>
              <a:rPr lang="de-AT" sz="1000" b="1" dirty="0"/>
            </a:br>
            <a:r>
              <a:rPr lang="de-AT" sz="1000" b="1" dirty="0"/>
              <a:t>NRF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E7854E2F-AE2D-8AD9-C47E-459DC87B2E33}"/>
              </a:ext>
            </a:extLst>
          </p:cNvPr>
          <p:cNvSpPr txBox="1"/>
          <p:nvPr/>
        </p:nvSpPr>
        <p:spPr>
          <a:xfrm>
            <a:off x="7716180" y="512676"/>
            <a:ext cx="5709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OUT1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BACA2EAE-ACF8-7501-CF71-D06BDB92CD4D}"/>
              </a:ext>
            </a:extLst>
          </p:cNvPr>
          <p:cNvSpPr/>
          <p:nvPr/>
        </p:nvSpPr>
        <p:spPr>
          <a:xfrm>
            <a:off x="10433957" y="224644"/>
            <a:ext cx="1440160" cy="28803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ADE38DDF-E4A5-55F4-0DB0-8FC787804967}"/>
              </a:ext>
            </a:extLst>
          </p:cNvPr>
          <p:cNvSpPr txBox="1"/>
          <p:nvPr/>
        </p:nvSpPr>
        <p:spPr>
          <a:xfrm>
            <a:off x="10757993" y="260648"/>
            <a:ext cx="785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 err="1">
                <a:solidFill>
                  <a:schemeClr val="bg1"/>
                </a:solidFill>
              </a:rPr>
              <a:t>Connectors</a:t>
            </a:r>
            <a:endParaRPr lang="de-AT" sz="1000" b="1" dirty="0">
              <a:solidFill>
                <a:schemeClr val="bg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5709DDC7-2D8F-13F2-B797-1AB07DB4E8D8}"/>
              </a:ext>
            </a:extLst>
          </p:cNvPr>
          <p:cNvSpPr/>
          <p:nvPr/>
        </p:nvSpPr>
        <p:spPr>
          <a:xfrm>
            <a:off x="10433957" y="656692"/>
            <a:ext cx="1440160" cy="2880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52AD175E-7352-A9A8-067F-2A51484BDF3E}"/>
              </a:ext>
            </a:extLst>
          </p:cNvPr>
          <p:cNvSpPr txBox="1"/>
          <p:nvPr/>
        </p:nvSpPr>
        <p:spPr>
          <a:xfrm>
            <a:off x="10632504" y="692696"/>
            <a:ext cx="11657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Low Power Supply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3A6A41E1-9DF6-C85D-1867-BF61BA2D9092}"/>
              </a:ext>
            </a:extLst>
          </p:cNvPr>
          <p:cNvSpPr/>
          <p:nvPr/>
        </p:nvSpPr>
        <p:spPr>
          <a:xfrm>
            <a:off x="10433957" y="1124744"/>
            <a:ext cx="1440160" cy="2880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DF57D11C-3611-E9C0-FFEF-098F332D2A55}"/>
              </a:ext>
            </a:extLst>
          </p:cNvPr>
          <p:cNvSpPr txBox="1"/>
          <p:nvPr/>
        </p:nvSpPr>
        <p:spPr>
          <a:xfrm>
            <a:off x="10541969" y="1160748"/>
            <a:ext cx="5725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Display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E8F5E6A2-E360-028E-F276-753C062BAA94}"/>
              </a:ext>
            </a:extLst>
          </p:cNvPr>
          <p:cNvSpPr/>
          <p:nvPr/>
        </p:nvSpPr>
        <p:spPr>
          <a:xfrm>
            <a:off x="10433957" y="1592796"/>
            <a:ext cx="1440160" cy="2880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F9068A31-788B-1594-69A9-4B1E926924F9}"/>
              </a:ext>
            </a:extLst>
          </p:cNvPr>
          <p:cNvSpPr txBox="1"/>
          <p:nvPr/>
        </p:nvSpPr>
        <p:spPr>
          <a:xfrm>
            <a:off x="10560496" y="1628800"/>
            <a:ext cx="1213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Processing/Sensors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982007E9-2386-DC87-5A01-1A5A5D347C2C}"/>
              </a:ext>
            </a:extLst>
          </p:cNvPr>
          <p:cNvSpPr txBox="1"/>
          <p:nvPr/>
        </p:nvSpPr>
        <p:spPr>
          <a:xfrm>
            <a:off x="6780076" y="3032956"/>
            <a:ext cx="720080" cy="2462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sz="1000" b="1" dirty="0"/>
              <a:t>LED NRF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10060E9-EFAD-713C-2501-B5BD06A85526}"/>
              </a:ext>
            </a:extLst>
          </p:cNvPr>
          <p:cNvSpPr txBox="1"/>
          <p:nvPr/>
        </p:nvSpPr>
        <p:spPr>
          <a:xfrm>
            <a:off x="4151784" y="2960948"/>
            <a:ext cx="720080" cy="2462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sz="1000" b="1" dirty="0"/>
              <a:t>LED ATM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C5623A0-9B78-1B6A-0C41-CA0E4C82E095}"/>
              </a:ext>
            </a:extLst>
          </p:cNvPr>
          <p:cNvSpPr/>
          <p:nvPr/>
        </p:nvSpPr>
        <p:spPr>
          <a:xfrm>
            <a:off x="10416480" y="2060848"/>
            <a:ext cx="1440160" cy="2880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7C58E40-ADB3-A4BE-9FBB-AF8D872A8A68}"/>
              </a:ext>
            </a:extLst>
          </p:cNvPr>
          <p:cNvSpPr txBox="1"/>
          <p:nvPr/>
        </p:nvSpPr>
        <p:spPr>
          <a:xfrm>
            <a:off x="10812524" y="2096852"/>
            <a:ext cx="5277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Power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2A8C53C-28DB-AD07-F060-3C788A6E875B}"/>
              </a:ext>
            </a:extLst>
          </p:cNvPr>
          <p:cNvSpPr/>
          <p:nvPr/>
        </p:nvSpPr>
        <p:spPr>
          <a:xfrm>
            <a:off x="5663952" y="548680"/>
            <a:ext cx="1440160" cy="129614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1D0D833D-BFFB-6F15-948A-7E516EBC43EC}"/>
              </a:ext>
            </a:extLst>
          </p:cNvPr>
          <p:cNvSpPr txBox="1"/>
          <p:nvPr/>
        </p:nvSpPr>
        <p:spPr>
          <a:xfrm>
            <a:off x="5951984" y="980728"/>
            <a:ext cx="8803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 err="1"/>
              <a:t>Full</a:t>
            </a:r>
            <a:r>
              <a:rPr lang="de-AT" sz="1000" b="1" dirty="0"/>
              <a:t> Bridge</a:t>
            </a:r>
          </a:p>
          <a:p>
            <a:r>
              <a:rPr lang="de-AT" sz="1000" b="1" dirty="0"/>
              <a:t>Motor Driver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FA5F027-748F-934C-02EF-167BFBBA112F}"/>
              </a:ext>
            </a:extLst>
          </p:cNvPr>
          <p:cNvSpPr/>
          <p:nvPr/>
        </p:nvSpPr>
        <p:spPr>
          <a:xfrm>
            <a:off x="8976320" y="548680"/>
            <a:ext cx="828092" cy="13321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Motor</a:t>
            </a:r>
            <a:br>
              <a:rPr lang="de-DE" sz="1200" b="1" dirty="0"/>
            </a:br>
            <a:r>
              <a:rPr lang="de-DE" sz="1200" b="1" dirty="0" err="1"/>
              <a:t>Screw</a:t>
            </a:r>
            <a:br>
              <a:rPr lang="de-DE" sz="1200" b="1" dirty="0"/>
            </a:br>
            <a:r>
              <a:rPr lang="de-DE" sz="1200" b="1" dirty="0"/>
              <a:t>Terminal</a:t>
            </a:r>
            <a:endParaRPr lang="de-AT" sz="1200" b="1" dirty="0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280A3F8E-F98E-92D8-C7BD-C71A65404E26}"/>
              </a:ext>
            </a:extLst>
          </p:cNvPr>
          <p:cNvGrpSpPr/>
          <p:nvPr/>
        </p:nvGrpSpPr>
        <p:grpSpPr>
          <a:xfrm>
            <a:off x="1199456" y="980728"/>
            <a:ext cx="288131" cy="503708"/>
            <a:chOff x="1151620" y="2205038"/>
            <a:chExt cx="288131" cy="503708"/>
          </a:xfrm>
        </p:grpSpPr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87C0AADC-F374-3769-8C7F-5292895933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7644" y="2205038"/>
              <a:ext cx="0" cy="2158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221E7A9-895B-37EE-A12D-68AE1F6BE54D}"/>
                </a:ext>
              </a:extLst>
            </p:cNvPr>
            <p:cNvSpPr txBox="1"/>
            <p:nvPr/>
          </p:nvSpPr>
          <p:spPr>
            <a:xfrm>
              <a:off x="1151620" y="2420888"/>
              <a:ext cx="1314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e-AT" sz="700" dirty="0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27791F1D-94E3-2E20-5E07-1AF34828A5CB}"/>
                </a:ext>
              </a:extLst>
            </p:cNvPr>
            <p:cNvCxnSpPr>
              <a:cxnSpLocks/>
            </p:cNvCxnSpPr>
            <p:nvPr/>
          </p:nvCxnSpPr>
          <p:spPr>
            <a:xfrm>
              <a:off x="1295636" y="2420888"/>
              <a:ext cx="14411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D66B6A7A-A1DD-F6A5-383A-05B0E96F56AC}"/>
                </a:ext>
              </a:extLst>
            </p:cNvPr>
            <p:cNvCxnSpPr>
              <a:cxnSpLocks/>
            </p:cNvCxnSpPr>
            <p:nvPr/>
          </p:nvCxnSpPr>
          <p:spPr>
            <a:xfrm>
              <a:off x="1295636" y="2492896"/>
              <a:ext cx="14411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A3DF1B4C-4F8E-66DB-D425-55A7821C4E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7644" y="2492896"/>
              <a:ext cx="0" cy="2158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81AA415-1B67-7B27-2D08-BDA1C7207114}"/>
              </a:ext>
            </a:extLst>
          </p:cNvPr>
          <p:cNvCxnSpPr>
            <a:cxnSpLocks/>
          </p:cNvCxnSpPr>
          <p:nvPr/>
        </p:nvCxnSpPr>
        <p:spPr>
          <a:xfrm flipH="1">
            <a:off x="1127448" y="836712"/>
            <a:ext cx="23402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B251BA3E-7E96-E7B0-BB3F-6BA6DA0BCD70}"/>
              </a:ext>
            </a:extLst>
          </p:cNvPr>
          <p:cNvCxnSpPr>
            <a:cxnSpLocks/>
          </p:cNvCxnSpPr>
          <p:nvPr/>
        </p:nvCxnSpPr>
        <p:spPr>
          <a:xfrm>
            <a:off x="1415480" y="836712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7DB99BA3-7329-A419-3E74-CDCA14B9BA8D}"/>
              </a:ext>
            </a:extLst>
          </p:cNvPr>
          <p:cNvCxnSpPr>
            <a:cxnSpLocks/>
          </p:cNvCxnSpPr>
          <p:nvPr/>
        </p:nvCxnSpPr>
        <p:spPr>
          <a:xfrm>
            <a:off x="1415480" y="1412776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1097DDE-8A25-2643-BC40-5A7C46C510A9}"/>
              </a:ext>
            </a:extLst>
          </p:cNvPr>
          <p:cNvCxnSpPr>
            <a:cxnSpLocks/>
          </p:cNvCxnSpPr>
          <p:nvPr/>
        </p:nvCxnSpPr>
        <p:spPr>
          <a:xfrm flipH="1">
            <a:off x="1091444" y="1700808"/>
            <a:ext cx="457250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Ellipse 96">
            <a:extLst>
              <a:ext uri="{FF2B5EF4-FFF2-40B4-BE49-F238E27FC236}">
                <a16:creationId xmlns:a16="http://schemas.microsoft.com/office/drawing/2014/main" id="{8A900230-7247-E5BD-C099-BD1C02E8D36F}"/>
              </a:ext>
            </a:extLst>
          </p:cNvPr>
          <p:cNvSpPr/>
          <p:nvPr/>
        </p:nvSpPr>
        <p:spPr>
          <a:xfrm>
            <a:off x="1379476" y="800708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7A1B9A3D-2BAA-A98C-1048-B0FD03F021FC}"/>
              </a:ext>
            </a:extLst>
          </p:cNvPr>
          <p:cNvSpPr/>
          <p:nvPr/>
        </p:nvSpPr>
        <p:spPr>
          <a:xfrm>
            <a:off x="1379476" y="1664804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66DAE13D-2DF4-95FA-0549-7C314328188C}"/>
              </a:ext>
            </a:extLst>
          </p:cNvPr>
          <p:cNvCxnSpPr>
            <a:cxnSpLocks/>
          </p:cNvCxnSpPr>
          <p:nvPr/>
        </p:nvCxnSpPr>
        <p:spPr>
          <a:xfrm flipH="1">
            <a:off x="7104112" y="764704"/>
            <a:ext cx="187220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60BE0793-C0EE-A884-8445-EFD227A7C8A9}"/>
              </a:ext>
            </a:extLst>
          </p:cNvPr>
          <p:cNvCxnSpPr>
            <a:cxnSpLocks/>
          </p:cNvCxnSpPr>
          <p:nvPr/>
        </p:nvCxnSpPr>
        <p:spPr>
          <a:xfrm flipH="1">
            <a:off x="7104112" y="1664804"/>
            <a:ext cx="187220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feld 175">
            <a:extLst>
              <a:ext uri="{FF2B5EF4-FFF2-40B4-BE49-F238E27FC236}">
                <a16:creationId xmlns:a16="http://schemas.microsoft.com/office/drawing/2014/main" id="{DF9ECD5C-6297-D648-28D3-DC71A0514482}"/>
              </a:ext>
            </a:extLst>
          </p:cNvPr>
          <p:cNvSpPr txBox="1"/>
          <p:nvPr/>
        </p:nvSpPr>
        <p:spPr>
          <a:xfrm>
            <a:off x="7752184" y="1448780"/>
            <a:ext cx="5709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OUT2</a:t>
            </a:r>
          </a:p>
        </p:txBody>
      </p: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526DBFA6-7ACB-C3D3-4854-CCD78957A0C7}"/>
              </a:ext>
            </a:extLst>
          </p:cNvPr>
          <p:cNvGrpSpPr/>
          <p:nvPr/>
        </p:nvGrpSpPr>
        <p:grpSpPr>
          <a:xfrm>
            <a:off x="3575720" y="764704"/>
            <a:ext cx="396044" cy="72008"/>
            <a:chOff x="3851920" y="476672"/>
            <a:chExt cx="396044" cy="72008"/>
          </a:xfrm>
        </p:grpSpPr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461A93F8-68D0-7738-8562-BED30AD9CC1A}"/>
                </a:ext>
              </a:extLst>
            </p:cNvPr>
            <p:cNvCxnSpPr>
              <a:cxnSpLocks/>
            </p:cNvCxnSpPr>
            <p:nvPr/>
          </p:nvCxnSpPr>
          <p:spPr>
            <a:xfrm>
              <a:off x="3851920" y="548680"/>
              <a:ext cx="14401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Gerader Verbinder 179">
              <a:extLst>
                <a:ext uri="{FF2B5EF4-FFF2-40B4-BE49-F238E27FC236}">
                  <a16:creationId xmlns:a16="http://schemas.microsoft.com/office/drawing/2014/main" id="{8BBAED95-D7A6-20C4-BEFB-8CCC2A566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95936" y="476672"/>
              <a:ext cx="108012" cy="720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Gerader Verbinder 180">
              <a:extLst>
                <a:ext uri="{FF2B5EF4-FFF2-40B4-BE49-F238E27FC236}">
                  <a16:creationId xmlns:a16="http://schemas.microsoft.com/office/drawing/2014/main" id="{11C26819-9452-3938-39FD-B6752833A8AE}"/>
                </a:ext>
              </a:extLst>
            </p:cNvPr>
            <p:cNvCxnSpPr>
              <a:cxnSpLocks/>
            </p:cNvCxnSpPr>
            <p:nvPr/>
          </p:nvCxnSpPr>
          <p:spPr>
            <a:xfrm>
              <a:off x="4103948" y="548680"/>
              <a:ext cx="14401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E3ABBDE7-E2E8-25AB-C10E-B439A220FA3D}"/>
              </a:ext>
            </a:extLst>
          </p:cNvPr>
          <p:cNvCxnSpPr>
            <a:cxnSpLocks/>
          </p:cNvCxnSpPr>
          <p:nvPr/>
        </p:nvCxnSpPr>
        <p:spPr>
          <a:xfrm flipH="1">
            <a:off x="4187788" y="836712"/>
            <a:ext cx="147616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feld 187">
            <a:extLst>
              <a:ext uri="{FF2B5EF4-FFF2-40B4-BE49-F238E27FC236}">
                <a16:creationId xmlns:a16="http://schemas.microsoft.com/office/drawing/2014/main" id="{089CFF42-4389-B25E-3E29-5C1F38539775}"/>
              </a:ext>
            </a:extLst>
          </p:cNvPr>
          <p:cNvSpPr txBox="1"/>
          <p:nvPr/>
        </p:nvSpPr>
        <p:spPr>
          <a:xfrm>
            <a:off x="2855640" y="1484784"/>
            <a:ext cx="7870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GNDPWR</a:t>
            </a:r>
          </a:p>
        </p:txBody>
      </p:sp>
      <p:sp>
        <p:nvSpPr>
          <p:cNvPr id="192" name="Rechteck 191">
            <a:extLst>
              <a:ext uri="{FF2B5EF4-FFF2-40B4-BE49-F238E27FC236}">
                <a16:creationId xmlns:a16="http://schemas.microsoft.com/office/drawing/2014/main" id="{11C347CF-998C-6186-30D8-9004EAD09B07}"/>
              </a:ext>
            </a:extLst>
          </p:cNvPr>
          <p:cNvSpPr/>
          <p:nvPr/>
        </p:nvSpPr>
        <p:spPr>
          <a:xfrm>
            <a:off x="2279576" y="2528900"/>
            <a:ext cx="720080" cy="5400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/>
              <a:t>LDO</a:t>
            </a:r>
            <a:br>
              <a:rPr lang="de-DE" sz="1000" b="1" dirty="0"/>
            </a:br>
            <a:r>
              <a:rPr lang="de-DE" sz="1000" b="1" dirty="0"/>
              <a:t>3V3</a:t>
            </a:r>
            <a:endParaRPr lang="de-AT" sz="1000" b="1" dirty="0"/>
          </a:p>
        </p:txBody>
      </p: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BD99D13-DB2A-E7BC-02CF-97C5A3803D68}"/>
              </a:ext>
            </a:extLst>
          </p:cNvPr>
          <p:cNvCxnSpPr>
            <a:cxnSpLocks/>
          </p:cNvCxnSpPr>
          <p:nvPr/>
        </p:nvCxnSpPr>
        <p:spPr>
          <a:xfrm>
            <a:off x="2603612" y="836712"/>
            <a:ext cx="0" cy="16921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9625A3-2CAD-EF2E-E8AD-1A1AF4FF8688}"/>
              </a:ext>
            </a:extLst>
          </p:cNvPr>
          <p:cNvCxnSpPr>
            <a:cxnSpLocks/>
          </p:cNvCxnSpPr>
          <p:nvPr/>
        </p:nvCxnSpPr>
        <p:spPr>
          <a:xfrm>
            <a:off x="1847528" y="836712"/>
            <a:ext cx="0" cy="16921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A4BFD330-EC1D-04EF-DBAD-E9E7FB70B734}"/>
              </a:ext>
            </a:extLst>
          </p:cNvPr>
          <p:cNvGrpSpPr/>
          <p:nvPr/>
        </p:nvGrpSpPr>
        <p:grpSpPr>
          <a:xfrm>
            <a:off x="3143672" y="1700808"/>
            <a:ext cx="144016" cy="180020"/>
            <a:chOff x="4499992" y="368660"/>
            <a:chExt cx="144016" cy="180020"/>
          </a:xfrm>
        </p:grpSpPr>
        <p:cxnSp>
          <p:nvCxnSpPr>
            <p:cNvPr id="199" name="Gerader Verbinder 198">
              <a:extLst>
                <a:ext uri="{FF2B5EF4-FFF2-40B4-BE49-F238E27FC236}">
                  <a16:creationId xmlns:a16="http://schemas.microsoft.com/office/drawing/2014/main" id="{CE9E2ECB-794D-128F-0A37-33B0D27B72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2000" y="368660"/>
              <a:ext cx="0" cy="1800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Gerader Verbinder 199">
              <a:extLst>
                <a:ext uri="{FF2B5EF4-FFF2-40B4-BE49-F238E27FC236}">
                  <a16:creationId xmlns:a16="http://schemas.microsoft.com/office/drawing/2014/main" id="{4C604A73-FC84-0568-50DD-1A9704143A95}"/>
                </a:ext>
              </a:extLst>
            </p:cNvPr>
            <p:cNvCxnSpPr>
              <a:cxnSpLocks/>
            </p:cNvCxnSpPr>
            <p:nvPr/>
          </p:nvCxnSpPr>
          <p:spPr>
            <a:xfrm>
              <a:off x="4499992" y="548680"/>
              <a:ext cx="1440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2" name="Gerader Verbinder 201">
            <a:extLst>
              <a:ext uri="{FF2B5EF4-FFF2-40B4-BE49-F238E27FC236}">
                <a16:creationId xmlns:a16="http://schemas.microsoft.com/office/drawing/2014/main" id="{088CD877-73CC-68FD-2E92-D484845E2B0D}"/>
              </a:ext>
            </a:extLst>
          </p:cNvPr>
          <p:cNvCxnSpPr>
            <a:cxnSpLocks/>
          </p:cNvCxnSpPr>
          <p:nvPr/>
        </p:nvCxnSpPr>
        <p:spPr>
          <a:xfrm>
            <a:off x="1883532" y="4689140"/>
            <a:ext cx="39604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uppieren 202">
            <a:extLst>
              <a:ext uri="{FF2B5EF4-FFF2-40B4-BE49-F238E27FC236}">
                <a16:creationId xmlns:a16="http://schemas.microsoft.com/office/drawing/2014/main" id="{1A475B36-6CD9-8D43-D8F8-783C392D1C74}"/>
              </a:ext>
            </a:extLst>
          </p:cNvPr>
          <p:cNvGrpSpPr/>
          <p:nvPr/>
        </p:nvGrpSpPr>
        <p:grpSpPr>
          <a:xfrm rot="16200000">
            <a:off x="1559496" y="4617132"/>
            <a:ext cx="576064" cy="144016"/>
            <a:chOff x="2411760" y="116632"/>
            <a:chExt cx="576064" cy="144016"/>
          </a:xfrm>
        </p:grpSpPr>
        <p:cxnSp>
          <p:nvCxnSpPr>
            <p:cNvPr id="204" name="Gerader Verbinder 203">
              <a:extLst>
                <a:ext uri="{FF2B5EF4-FFF2-40B4-BE49-F238E27FC236}">
                  <a16:creationId xmlns:a16="http://schemas.microsoft.com/office/drawing/2014/main" id="{CBDF5F54-C2C7-2A1C-375B-AC04C4558565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60" y="188640"/>
              <a:ext cx="10801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Ellipse 204">
              <a:extLst>
                <a:ext uri="{FF2B5EF4-FFF2-40B4-BE49-F238E27FC236}">
                  <a16:creationId xmlns:a16="http://schemas.microsoft.com/office/drawing/2014/main" id="{6D331D7F-E4AA-EFD9-9253-B5BBE19D7B94}"/>
                </a:ext>
              </a:extLst>
            </p:cNvPr>
            <p:cNvSpPr/>
            <p:nvPr/>
          </p:nvSpPr>
          <p:spPr>
            <a:xfrm>
              <a:off x="2519772" y="15263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sp>
          <p:nvSpPr>
            <p:cNvPr id="206" name="Ellipse 205">
              <a:extLst>
                <a:ext uri="{FF2B5EF4-FFF2-40B4-BE49-F238E27FC236}">
                  <a16:creationId xmlns:a16="http://schemas.microsoft.com/office/drawing/2014/main" id="{3289A103-1442-B88D-FB90-C00475AFF817}"/>
                </a:ext>
              </a:extLst>
            </p:cNvPr>
            <p:cNvSpPr/>
            <p:nvPr/>
          </p:nvSpPr>
          <p:spPr>
            <a:xfrm>
              <a:off x="2663788" y="15263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CEA2F230-0C93-10F0-0F55-BF71E7E9E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3808" y="188640"/>
              <a:ext cx="14401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Bogen 207">
              <a:extLst>
                <a:ext uri="{FF2B5EF4-FFF2-40B4-BE49-F238E27FC236}">
                  <a16:creationId xmlns:a16="http://schemas.microsoft.com/office/drawing/2014/main" id="{A716B2B2-8ADE-5424-1525-0D3BD386304E}"/>
                </a:ext>
              </a:extLst>
            </p:cNvPr>
            <p:cNvSpPr/>
            <p:nvPr/>
          </p:nvSpPr>
          <p:spPr>
            <a:xfrm rot="16200000">
              <a:off x="2555776" y="116632"/>
              <a:ext cx="144016" cy="144016"/>
            </a:xfrm>
            <a:prstGeom prst="arc">
              <a:avLst>
                <a:gd name="adj1" fmla="val 16200000"/>
                <a:gd name="adj2" fmla="val 537873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06900412-DAEB-D0FA-7EC1-383FF952158B}"/>
                </a:ext>
              </a:extLst>
            </p:cNvPr>
            <p:cNvSpPr/>
            <p:nvPr/>
          </p:nvSpPr>
          <p:spPr>
            <a:xfrm>
              <a:off x="2807804" y="15263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</p:grp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2C1883B7-77F7-A60A-2FF2-347284DD0A3D}"/>
              </a:ext>
            </a:extLst>
          </p:cNvPr>
          <p:cNvCxnSpPr>
            <a:cxnSpLocks/>
            <a:endCxn id="209" idx="6"/>
          </p:cNvCxnSpPr>
          <p:nvPr/>
        </p:nvCxnSpPr>
        <p:spPr>
          <a:xfrm>
            <a:off x="1847528" y="3068960"/>
            <a:ext cx="0" cy="1440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feld 211">
            <a:extLst>
              <a:ext uri="{FF2B5EF4-FFF2-40B4-BE49-F238E27FC236}">
                <a16:creationId xmlns:a16="http://schemas.microsoft.com/office/drawing/2014/main" id="{81ED324D-8564-969C-53C2-8EDF2202674B}"/>
              </a:ext>
            </a:extLst>
          </p:cNvPr>
          <p:cNvSpPr txBox="1"/>
          <p:nvPr/>
        </p:nvSpPr>
        <p:spPr>
          <a:xfrm>
            <a:off x="2243572" y="4581128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VDD3V3_NRF</a:t>
            </a:r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7B426E90-3803-D075-244A-18BD9C7DA869}"/>
              </a:ext>
            </a:extLst>
          </p:cNvPr>
          <p:cNvSpPr txBox="1"/>
          <p:nvPr/>
        </p:nvSpPr>
        <p:spPr>
          <a:xfrm>
            <a:off x="1523492" y="4941168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External</a:t>
            </a:r>
          </a:p>
        </p:txBody>
      </p: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F2F92F92-89FF-EADA-E4C1-E50E0500B247}"/>
              </a:ext>
            </a:extLst>
          </p:cNvPr>
          <p:cNvCxnSpPr>
            <a:cxnSpLocks/>
          </p:cNvCxnSpPr>
          <p:nvPr/>
        </p:nvCxnSpPr>
        <p:spPr>
          <a:xfrm flipV="1">
            <a:off x="5843972" y="2384884"/>
            <a:ext cx="0" cy="50405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hteck 218">
            <a:extLst>
              <a:ext uri="{FF2B5EF4-FFF2-40B4-BE49-F238E27FC236}">
                <a16:creationId xmlns:a16="http://schemas.microsoft.com/office/drawing/2014/main" id="{7399D808-CAAF-900B-2B47-C44921DF4BCF}"/>
              </a:ext>
            </a:extLst>
          </p:cNvPr>
          <p:cNvSpPr/>
          <p:nvPr/>
        </p:nvSpPr>
        <p:spPr>
          <a:xfrm>
            <a:off x="5735960" y="2096852"/>
            <a:ext cx="1404156" cy="2880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>
                <a:solidFill>
                  <a:schemeClr val="tx1"/>
                </a:solidFill>
              </a:rPr>
              <a:t>Select via </a:t>
            </a:r>
            <a:r>
              <a:rPr lang="de-AT" sz="1000" b="1" dirty="0" err="1">
                <a:solidFill>
                  <a:schemeClr val="tx1"/>
                </a:solidFill>
              </a:rPr>
              <a:t>Resistor</a:t>
            </a:r>
            <a:endParaRPr lang="de-AT" sz="1000" b="1" dirty="0">
              <a:solidFill>
                <a:schemeClr val="tx1"/>
              </a:solidFill>
            </a:endParaRPr>
          </a:p>
        </p:txBody>
      </p: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30C617FC-A705-A68B-B659-5F08BF2CE65F}"/>
              </a:ext>
            </a:extLst>
          </p:cNvPr>
          <p:cNvCxnSpPr>
            <a:cxnSpLocks/>
          </p:cNvCxnSpPr>
          <p:nvPr/>
        </p:nvCxnSpPr>
        <p:spPr>
          <a:xfrm flipV="1">
            <a:off x="6384032" y="1844824"/>
            <a:ext cx="0" cy="25202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Gerader Verbinder 223">
            <a:extLst>
              <a:ext uri="{FF2B5EF4-FFF2-40B4-BE49-F238E27FC236}">
                <a16:creationId xmlns:a16="http://schemas.microsoft.com/office/drawing/2014/main" id="{ECF6E34C-AD0E-8928-7D9A-C14595DC59BE}"/>
              </a:ext>
            </a:extLst>
          </p:cNvPr>
          <p:cNvCxnSpPr>
            <a:cxnSpLocks/>
          </p:cNvCxnSpPr>
          <p:nvPr/>
        </p:nvCxnSpPr>
        <p:spPr>
          <a:xfrm flipV="1">
            <a:off x="6924092" y="2420888"/>
            <a:ext cx="0" cy="50405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feld 224">
            <a:extLst>
              <a:ext uri="{FF2B5EF4-FFF2-40B4-BE49-F238E27FC236}">
                <a16:creationId xmlns:a16="http://schemas.microsoft.com/office/drawing/2014/main" id="{E2FDB95B-44E9-BA6F-CB13-1613BFE77D10}"/>
              </a:ext>
            </a:extLst>
          </p:cNvPr>
          <p:cNvSpPr txBox="1"/>
          <p:nvPr/>
        </p:nvSpPr>
        <p:spPr>
          <a:xfrm>
            <a:off x="6888088" y="2528900"/>
            <a:ext cx="5709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PWM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F6B6F106-3595-8C9C-0E59-C9AD105707BD}"/>
              </a:ext>
            </a:extLst>
          </p:cNvPr>
          <p:cNvSpPr txBox="1"/>
          <p:nvPr/>
        </p:nvSpPr>
        <p:spPr>
          <a:xfrm>
            <a:off x="5411924" y="2528900"/>
            <a:ext cx="5709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PWM</a:t>
            </a:r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5878D6B1-4A02-CC82-FCD3-DCB31BEA66BC}"/>
              </a:ext>
            </a:extLst>
          </p:cNvPr>
          <p:cNvSpPr txBox="1"/>
          <p:nvPr/>
        </p:nvSpPr>
        <p:spPr>
          <a:xfrm>
            <a:off x="6092376" y="3284984"/>
            <a:ext cx="4812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>
                <a:solidFill>
                  <a:srgbClr val="7030A0"/>
                </a:solidFill>
              </a:rPr>
              <a:t>UART</a:t>
            </a:r>
          </a:p>
        </p:txBody>
      </p: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939D932D-74CC-729D-3C17-57EAF6CEA5FF}"/>
              </a:ext>
            </a:extLst>
          </p:cNvPr>
          <p:cNvCxnSpPr>
            <a:cxnSpLocks/>
          </p:cNvCxnSpPr>
          <p:nvPr/>
        </p:nvCxnSpPr>
        <p:spPr>
          <a:xfrm>
            <a:off x="2603612" y="4005064"/>
            <a:ext cx="147616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2" name="Gruppieren 231">
            <a:extLst>
              <a:ext uri="{FF2B5EF4-FFF2-40B4-BE49-F238E27FC236}">
                <a16:creationId xmlns:a16="http://schemas.microsoft.com/office/drawing/2014/main" id="{C6CFCF7E-746A-D3DE-9FD1-0C5F92BB3993}"/>
              </a:ext>
            </a:extLst>
          </p:cNvPr>
          <p:cNvGrpSpPr/>
          <p:nvPr/>
        </p:nvGrpSpPr>
        <p:grpSpPr>
          <a:xfrm rot="16200000">
            <a:off x="2315580" y="3933056"/>
            <a:ext cx="576064" cy="144016"/>
            <a:chOff x="2411760" y="116632"/>
            <a:chExt cx="576064" cy="144016"/>
          </a:xfrm>
        </p:grpSpPr>
        <p:cxnSp>
          <p:nvCxnSpPr>
            <p:cNvPr id="233" name="Gerader Verbinder 232">
              <a:extLst>
                <a:ext uri="{FF2B5EF4-FFF2-40B4-BE49-F238E27FC236}">
                  <a16:creationId xmlns:a16="http://schemas.microsoft.com/office/drawing/2014/main" id="{99F97853-25D4-593A-EB1D-3EB104D8A4C9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60" y="188640"/>
              <a:ext cx="10801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712803B-E011-B856-4761-BDCCCBAE9D6A}"/>
                </a:ext>
              </a:extLst>
            </p:cNvPr>
            <p:cNvSpPr/>
            <p:nvPr/>
          </p:nvSpPr>
          <p:spPr>
            <a:xfrm>
              <a:off x="2519772" y="15263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sp>
          <p:nvSpPr>
            <p:cNvPr id="235" name="Ellipse 234">
              <a:extLst>
                <a:ext uri="{FF2B5EF4-FFF2-40B4-BE49-F238E27FC236}">
                  <a16:creationId xmlns:a16="http://schemas.microsoft.com/office/drawing/2014/main" id="{08F4FDA8-9536-B49D-0A98-DA3033D5A5C0}"/>
                </a:ext>
              </a:extLst>
            </p:cNvPr>
            <p:cNvSpPr/>
            <p:nvPr/>
          </p:nvSpPr>
          <p:spPr>
            <a:xfrm>
              <a:off x="2663788" y="15263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cxnSp>
          <p:nvCxnSpPr>
            <p:cNvPr id="236" name="Gerader Verbinder 235">
              <a:extLst>
                <a:ext uri="{FF2B5EF4-FFF2-40B4-BE49-F238E27FC236}">
                  <a16:creationId xmlns:a16="http://schemas.microsoft.com/office/drawing/2014/main" id="{13D07054-FA36-B015-9893-45803B491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3808" y="188640"/>
              <a:ext cx="14401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Bogen 236">
              <a:extLst>
                <a:ext uri="{FF2B5EF4-FFF2-40B4-BE49-F238E27FC236}">
                  <a16:creationId xmlns:a16="http://schemas.microsoft.com/office/drawing/2014/main" id="{B287B33B-B7B9-B535-6FEF-DD650885702A}"/>
                </a:ext>
              </a:extLst>
            </p:cNvPr>
            <p:cNvSpPr/>
            <p:nvPr/>
          </p:nvSpPr>
          <p:spPr>
            <a:xfrm rot="16200000">
              <a:off x="2555776" y="116632"/>
              <a:ext cx="144016" cy="144016"/>
            </a:xfrm>
            <a:prstGeom prst="arc">
              <a:avLst>
                <a:gd name="adj1" fmla="val 16200000"/>
                <a:gd name="adj2" fmla="val 537873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sp>
          <p:nvSpPr>
            <p:cNvPr id="238" name="Ellipse 237">
              <a:extLst>
                <a:ext uri="{FF2B5EF4-FFF2-40B4-BE49-F238E27FC236}">
                  <a16:creationId xmlns:a16="http://schemas.microsoft.com/office/drawing/2014/main" id="{CB927714-13F1-1FE6-B948-395165E0B665}"/>
                </a:ext>
              </a:extLst>
            </p:cNvPr>
            <p:cNvSpPr/>
            <p:nvPr/>
          </p:nvSpPr>
          <p:spPr>
            <a:xfrm>
              <a:off x="2807804" y="15263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</p:grpSp>
      <p:sp>
        <p:nvSpPr>
          <p:cNvPr id="239" name="Textfeld 238">
            <a:extLst>
              <a:ext uri="{FF2B5EF4-FFF2-40B4-BE49-F238E27FC236}">
                <a16:creationId xmlns:a16="http://schemas.microsoft.com/office/drawing/2014/main" id="{8ED85FBA-E182-763A-81CE-F48BD54A81A2}"/>
              </a:ext>
            </a:extLst>
          </p:cNvPr>
          <p:cNvSpPr txBox="1"/>
          <p:nvPr/>
        </p:nvSpPr>
        <p:spPr>
          <a:xfrm>
            <a:off x="2603612" y="3789040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VCC3V3</a:t>
            </a:r>
          </a:p>
        </p:txBody>
      </p:sp>
      <p:sp>
        <p:nvSpPr>
          <p:cNvPr id="240" name="Textfeld 239">
            <a:extLst>
              <a:ext uri="{FF2B5EF4-FFF2-40B4-BE49-F238E27FC236}">
                <a16:creationId xmlns:a16="http://schemas.microsoft.com/office/drawing/2014/main" id="{70FE30A0-CF92-EED3-A0F3-58A242A442D9}"/>
              </a:ext>
            </a:extLst>
          </p:cNvPr>
          <p:cNvSpPr txBox="1"/>
          <p:nvPr/>
        </p:nvSpPr>
        <p:spPr>
          <a:xfrm>
            <a:off x="2171564" y="4257092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External</a:t>
            </a:r>
          </a:p>
        </p:txBody>
      </p:sp>
      <p:cxnSp>
        <p:nvCxnSpPr>
          <p:cNvPr id="241" name="Gerader Verbinder 240">
            <a:extLst>
              <a:ext uri="{FF2B5EF4-FFF2-40B4-BE49-F238E27FC236}">
                <a16:creationId xmlns:a16="http://schemas.microsoft.com/office/drawing/2014/main" id="{6D4CA7E2-65CA-8748-B372-C108830E0DDC}"/>
              </a:ext>
            </a:extLst>
          </p:cNvPr>
          <p:cNvCxnSpPr>
            <a:cxnSpLocks/>
          </p:cNvCxnSpPr>
          <p:nvPr/>
        </p:nvCxnSpPr>
        <p:spPr>
          <a:xfrm>
            <a:off x="2603612" y="3068960"/>
            <a:ext cx="0" cy="7200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Textfeld 242">
            <a:extLst>
              <a:ext uri="{FF2B5EF4-FFF2-40B4-BE49-F238E27FC236}">
                <a16:creationId xmlns:a16="http://schemas.microsoft.com/office/drawing/2014/main" id="{4EA2D8E1-A6FD-B17F-43BF-7D9474705185}"/>
              </a:ext>
            </a:extLst>
          </p:cNvPr>
          <p:cNvSpPr txBox="1"/>
          <p:nvPr/>
        </p:nvSpPr>
        <p:spPr>
          <a:xfrm>
            <a:off x="2567608" y="3320988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VCC3V3_ATM</a:t>
            </a: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3C892B04-3FBC-FE46-A71B-C4CF0FAE059C}"/>
              </a:ext>
            </a:extLst>
          </p:cNvPr>
          <p:cNvSpPr/>
          <p:nvPr/>
        </p:nvSpPr>
        <p:spPr>
          <a:xfrm>
            <a:off x="9588388" y="3176972"/>
            <a:ext cx="1404156" cy="8640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 err="1">
                <a:solidFill>
                  <a:schemeClr val="tx1"/>
                </a:solidFill>
              </a:rPr>
              <a:t>Accelerometer</a:t>
            </a:r>
            <a:br>
              <a:rPr lang="de-AT" sz="1000" b="1" dirty="0">
                <a:solidFill>
                  <a:schemeClr val="tx1"/>
                </a:solidFill>
              </a:rPr>
            </a:br>
            <a:r>
              <a:rPr lang="de-AT" sz="1000" b="1" dirty="0">
                <a:solidFill>
                  <a:schemeClr val="tx1"/>
                </a:solidFill>
              </a:rPr>
              <a:t>3Axis</a:t>
            </a:r>
          </a:p>
        </p:txBody>
      </p: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F018D728-1510-2AB2-F4F9-86DB7C31B4A7}"/>
              </a:ext>
            </a:extLst>
          </p:cNvPr>
          <p:cNvCxnSpPr>
            <a:cxnSpLocks/>
          </p:cNvCxnSpPr>
          <p:nvPr/>
        </p:nvCxnSpPr>
        <p:spPr>
          <a:xfrm flipH="1">
            <a:off x="8940316" y="3681028"/>
            <a:ext cx="648072" cy="0"/>
          </a:xfrm>
          <a:prstGeom prst="line">
            <a:avLst/>
          </a:prstGeom>
          <a:ln w="3810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extfeld 246">
            <a:extLst>
              <a:ext uri="{FF2B5EF4-FFF2-40B4-BE49-F238E27FC236}">
                <a16:creationId xmlns:a16="http://schemas.microsoft.com/office/drawing/2014/main" id="{0E238FF8-3902-7810-FD41-33534F0E2A5F}"/>
              </a:ext>
            </a:extLst>
          </p:cNvPr>
          <p:cNvSpPr txBox="1"/>
          <p:nvPr/>
        </p:nvSpPr>
        <p:spPr>
          <a:xfrm>
            <a:off x="8940316" y="3429000"/>
            <a:ext cx="6319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>
                <a:solidFill>
                  <a:srgbClr val="7030A0"/>
                </a:solidFill>
              </a:rPr>
              <a:t>I2C_NRF</a:t>
            </a:r>
          </a:p>
        </p:txBody>
      </p:sp>
      <p:cxnSp>
        <p:nvCxnSpPr>
          <p:cNvPr id="248" name="Gerader Verbinder 247">
            <a:extLst>
              <a:ext uri="{FF2B5EF4-FFF2-40B4-BE49-F238E27FC236}">
                <a16:creationId xmlns:a16="http://schemas.microsoft.com/office/drawing/2014/main" id="{6DE0BBC8-E762-33EF-8021-A87E1B2B947E}"/>
              </a:ext>
            </a:extLst>
          </p:cNvPr>
          <p:cNvCxnSpPr>
            <a:cxnSpLocks/>
          </p:cNvCxnSpPr>
          <p:nvPr/>
        </p:nvCxnSpPr>
        <p:spPr>
          <a:xfrm flipH="1">
            <a:off x="8940316" y="2996952"/>
            <a:ext cx="1944216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Textfeld 248">
            <a:extLst>
              <a:ext uri="{FF2B5EF4-FFF2-40B4-BE49-F238E27FC236}">
                <a16:creationId xmlns:a16="http://schemas.microsoft.com/office/drawing/2014/main" id="{A8C352C5-DE0B-4181-3669-C32DA36FA28A}"/>
              </a:ext>
            </a:extLst>
          </p:cNvPr>
          <p:cNvSpPr txBox="1"/>
          <p:nvPr/>
        </p:nvSpPr>
        <p:spPr>
          <a:xfrm>
            <a:off x="10128448" y="2780928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VDD3V3_NRF</a:t>
            </a:r>
          </a:p>
        </p:txBody>
      </p: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90B094AA-2C5C-D633-A3D8-A6D7A85F1821}"/>
              </a:ext>
            </a:extLst>
          </p:cNvPr>
          <p:cNvCxnSpPr>
            <a:cxnSpLocks/>
          </p:cNvCxnSpPr>
          <p:nvPr/>
        </p:nvCxnSpPr>
        <p:spPr>
          <a:xfrm>
            <a:off x="10200456" y="2996952"/>
            <a:ext cx="0" cy="18002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C0962914-A0F3-02E3-79E2-D58C3D068ECA}"/>
              </a:ext>
            </a:extLst>
          </p:cNvPr>
          <p:cNvCxnSpPr>
            <a:cxnSpLocks/>
          </p:cNvCxnSpPr>
          <p:nvPr/>
        </p:nvCxnSpPr>
        <p:spPr>
          <a:xfrm>
            <a:off x="3827748" y="1016732"/>
            <a:ext cx="0" cy="49685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Gerader Verbinder 261">
            <a:extLst>
              <a:ext uri="{FF2B5EF4-FFF2-40B4-BE49-F238E27FC236}">
                <a16:creationId xmlns:a16="http://schemas.microsoft.com/office/drawing/2014/main" id="{61C877D1-8186-9640-7ABF-D8A2F723C81C}"/>
              </a:ext>
            </a:extLst>
          </p:cNvPr>
          <p:cNvCxnSpPr>
            <a:cxnSpLocks/>
          </p:cNvCxnSpPr>
          <p:nvPr/>
        </p:nvCxnSpPr>
        <p:spPr>
          <a:xfrm flipH="1">
            <a:off x="3827748" y="2564904"/>
            <a:ext cx="248427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Gerader Verbinder 263">
            <a:extLst>
              <a:ext uri="{FF2B5EF4-FFF2-40B4-BE49-F238E27FC236}">
                <a16:creationId xmlns:a16="http://schemas.microsoft.com/office/drawing/2014/main" id="{9126620E-D4C4-524E-A37B-1D89348ADA5E}"/>
              </a:ext>
            </a:extLst>
          </p:cNvPr>
          <p:cNvCxnSpPr>
            <a:cxnSpLocks/>
          </p:cNvCxnSpPr>
          <p:nvPr/>
        </p:nvCxnSpPr>
        <p:spPr>
          <a:xfrm>
            <a:off x="4259796" y="2564904"/>
            <a:ext cx="0" cy="32403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ABF0ED72-9AA9-82D2-713E-4AA999C0073E}"/>
              </a:ext>
            </a:extLst>
          </p:cNvPr>
          <p:cNvCxnSpPr>
            <a:cxnSpLocks/>
          </p:cNvCxnSpPr>
          <p:nvPr/>
        </p:nvCxnSpPr>
        <p:spPr>
          <a:xfrm>
            <a:off x="6312024" y="2564904"/>
            <a:ext cx="0" cy="6120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53EE0AF3-4908-86FE-94F5-07214D93BCAD}"/>
              </a:ext>
            </a:extLst>
          </p:cNvPr>
          <p:cNvCxnSpPr>
            <a:cxnSpLocks/>
          </p:cNvCxnSpPr>
          <p:nvPr/>
        </p:nvCxnSpPr>
        <p:spPr>
          <a:xfrm flipH="1">
            <a:off x="6312024" y="3176972"/>
            <a:ext cx="32403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Gerader Verbinder 275">
            <a:extLst>
              <a:ext uri="{FF2B5EF4-FFF2-40B4-BE49-F238E27FC236}">
                <a16:creationId xmlns:a16="http://schemas.microsoft.com/office/drawing/2014/main" id="{4626B6E2-5BEF-07AA-A432-D5517D505704}"/>
              </a:ext>
            </a:extLst>
          </p:cNvPr>
          <p:cNvCxnSpPr>
            <a:cxnSpLocks/>
          </p:cNvCxnSpPr>
          <p:nvPr/>
        </p:nvCxnSpPr>
        <p:spPr>
          <a:xfrm>
            <a:off x="1307468" y="5589240"/>
            <a:ext cx="0" cy="40442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C2FFFBAF-9CBE-8A08-D0EF-5CC46B983666}"/>
              </a:ext>
            </a:extLst>
          </p:cNvPr>
          <p:cNvSpPr txBox="1"/>
          <p:nvPr/>
        </p:nvSpPr>
        <p:spPr>
          <a:xfrm rot="16200000">
            <a:off x="683060" y="5241540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dirty="0"/>
              <a:t>VCC3V3_NRF</a:t>
            </a:r>
          </a:p>
        </p:txBody>
      </p:sp>
      <p:cxnSp>
        <p:nvCxnSpPr>
          <p:cNvPr id="280" name="Gerader Verbinder 279">
            <a:extLst>
              <a:ext uri="{FF2B5EF4-FFF2-40B4-BE49-F238E27FC236}">
                <a16:creationId xmlns:a16="http://schemas.microsoft.com/office/drawing/2014/main" id="{4DB917D1-D669-BF23-FCE2-564E17736B6B}"/>
              </a:ext>
            </a:extLst>
          </p:cNvPr>
          <p:cNvCxnSpPr>
            <a:cxnSpLocks/>
          </p:cNvCxnSpPr>
          <p:nvPr/>
        </p:nvCxnSpPr>
        <p:spPr>
          <a:xfrm>
            <a:off x="1595500" y="5589240"/>
            <a:ext cx="0" cy="40442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Textfeld 280">
            <a:extLst>
              <a:ext uri="{FF2B5EF4-FFF2-40B4-BE49-F238E27FC236}">
                <a16:creationId xmlns:a16="http://schemas.microsoft.com/office/drawing/2014/main" id="{6F8742C2-0E14-EFA4-4A52-80E8B282971F}"/>
              </a:ext>
            </a:extLst>
          </p:cNvPr>
          <p:cNvSpPr txBox="1"/>
          <p:nvPr/>
        </p:nvSpPr>
        <p:spPr>
          <a:xfrm rot="16200000">
            <a:off x="935088" y="5205536"/>
            <a:ext cx="1140804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dirty="0"/>
              <a:t>VCC3V3_ATM</a:t>
            </a:r>
          </a:p>
        </p:txBody>
      </p:sp>
      <p:sp>
        <p:nvSpPr>
          <p:cNvPr id="282" name="Textfeld 281">
            <a:extLst>
              <a:ext uri="{FF2B5EF4-FFF2-40B4-BE49-F238E27FC236}">
                <a16:creationId xmlns:a16="http://schemas.microsoft.com/office/drawing/2014/main" id="{6792EE7B-4AB4-C35C-9E62-69F5ADD5DF39}"/>
              </a:ext>
            </a:extLst>
          </p:cNvPr>
          <p:cNvSpPr txBox="1"/>
          <p:nvPr/>
        </p:nvSpPr>
        <p:spPr>
          <a:xfrm>
            <a:off x="1559496" y="620688"/>
            <a:ext cx="7870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VM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F3B1CE46-F996-8C6A-CB4F-63C96C12157B}"/>
              </a:ext>
            </a:extLst>
          </p:cNvPr>
          <p:cNvSpPr txBox="1"/>
          <p:nvPr/>
        </p:nvSpPr>
        <p:spPr>
          <a:xfrm>
            <a:off x="4907868" y="620688"/>
            <a:ext cx="7870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VMSW</a:t>
            </a:r>
          </a:p>
        </p:txBody>
      </p:sp>
      <p:cxnSp>
        <p:nvCxnSpPr>
          <p:cNvPr id="284" name="Gerader Verbinder 283">
            <a:extLst>
              <a:ext uri="{FF2B5EF4-FFF2-40B4-BE49-F238E27FC236}">
                <a16:creationId xmlns:a16="http://schemas.microsoft.com/office/drawing/2014/main" id="{303C81F3-CD05-D0CE-9CF9-9491056B1A89}"/>
              </a:ext>
            </a:extLst>
          </p:cNvPr>
          <p:cNvCxnSpPr>
            <a:cxnSpLocks/>
          </p:cNvCxnSpPr>
          <p:nvPr/>
        </p:nvCxnSpPr>
        <p:spPr>
          <a:xfrm>
            <a:off x="2099556" y="5589240"/>
            <a:ext cx="0" cy="40442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Textfeld 284">
            <a:extLst>
              <a:ext uri="{FF2B5EF4-FFF2-40B4-BE49-F238E27FC236}">
                <a16:creationId xmlns:a16="http://schemas.microsoft.com/office/drawing/2014/main" id="{7ED3F71B-CD4D-F05C-A19D-B6B87442B781}"/>
              </a:ext>
            </a:extLst>
          </p:cNvPr>
          <p:cNvSpPr txBox="1"/>
          <p:nvPr/>
        </p:nvSpPr>
        <p:spPr>
          <a:xfrm rot="16200000">
            <a:off x="1817186" y="5547574"/>
            <a:ext cx="384720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dirty="0"/>
              <a:t>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CA7D19F2-AE3C-EC8F-EB1D-319D93CBD3FB}"/>
              </a:ext>
            </a:extLst>
          </p:cNvPr>
          <p:cNvSpPr/>
          <p:nvPr/>
        </p:nvSpPr>
        <p:spPr>
          <a:xfrm>
            <a:off x="2567608" y="5301208"/>
            <a:ext cx="972108" cy="2880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>
                <a:solidFill>
                  <a:schemeClr val="tx1"/>
                </a:solidFill>
              </a:rPr>
              <a:t>Select via</a:t>
            </a:r>
            <a:br>
              <a:rPr lang="de-AT" sz="1000" b="1" dirty="0">
                <a:solidFill>
                  <a:schemeClr val="tx1"/>
                </a:solidFill>
              </a:rPr>
            </a:br>
            <a:r>
              <a:rPr lang="de-AT" sz="1000" b="1" dirty="0" err="1">
                <a:solidFill>
                  <a:schemeClr val="tx1"/>
                </a:solidFill>
              </a:rPr>
              <a:t>Solder</a:t>
            </a:r>
            <a:r>
              <a:rPr lang="de-AT" sz="1000" b="1" dirty="0">
                <a:solidFill>
                  <a:schemeClr val="tx1"/>
                </a:solidFill>
              </a:rPr>
              <a:t>-Jumper</a:t>
            </a:r>
          </a:p>
        </p:txBody>
      </p:sp>
      <p:cxnSp>
        <p:nvCxnSpPr>
          <p:cNvPr id="287" name="Gerader Verbinder 286">
            <a:extLst>
              <a:ext uri="{FF2B5EF4-FFF2-40B4-BE49-F238E27FC236}">
                <a16:creationId xmlns:a16="http://schemas.microsoft.com/office/drawing/2014/main" id="{E07D8614-56EF-D090-ED11-FE7BB68CDEE7}"/>
              </a:ext>
            </a:extLst>
          </p:cNvPr>
          <p:cNvCxnSpPr>
            <a:cxnSpLocks/>
          </p:cNvCxnSpPr>
          <p:nvPr/>
        </p:nvCxnSpPr>
        <p:spPr>
          <a:xfrm>
            <a:off x="3035660" y="5589240"/>
            <a:ext cx="0" cy="40442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Gerader Verbinder 287">
            <a:extLst>
              <a:ext uri="{FF2B5EF4-FFF2-40B4-BE49-F238E27FC236}">
                <a16:creationId xmlns:a16="http://schemas.microsoft.com/office/drawing/2014/main" id="{80D571AA-247F-A0A8-9740-F26B34E09430}"/>
              </a:ext>
            </a:extLst>
          </p:cNvPr>
          <p:cNvCxnSpPr>
            <a:cxnSpLocks/>
          </p:cNvCxnSpPr>
          <p:nvPr/>
        </p:nvCxnSpPr>
        <p:spPr>
          <a:xfrm>
            <a:off x="2747628" y="5049180"/>
            <a:ext cx="0" cy="26041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Gerader Verbinder 289">
            <a:extLst>
              <a:ext uri="{FF2B5EF4-FFF2-40B4-BE49-F238E27FC236}">
                <a16:creationId xmlns:a16="http://schemas.microsoft.com/office/drawing/2014/main" id="{39224C79-7DBD-316A-0812-43639FC15519}"/>
              </a:ext>
            </a:extLst>
          </p:cNvPr>
          <p:cNvCxnSpPr>
            <a:cxnSpLocks/>
          </p:cNvCxnSpPr>
          <p:nvPr/>
        </p:nvCxnSpPr>
        <p:spPr>
          <a:xfrm>
            <a:off x="3359696" y="5049180"/>
            <a:ext cx="0" cy="26041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Textfeld 290">
            <a:extLst>
              <a:ext uri="{FF2B5EF4-FFF2-40B4-BE49-F238E27FC236}">
                <a16:creationId xmlns:a16="http://schemas.microsoft.com/office/drawing/2014/main" id="{A2505BA6-979A-7B78-BA61-B28023AE056B}"/>
              </a:ext>
            </a:extLst>
          </p:cNvPr>
          <p:cNvSpPr txBox="1"/>
          <p:nvPr/>
        </p:nvSpPr>
        <p:spPr>
          <a:xfrm>
            <a:off x="2459596" y="4833156"/>
            <a:ext cx="668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I2C_ATM</a:t>
            </a:r>
          </a:p>
        </p:txBody>
      </p:sp>
      <p:sp>
        <p:nvSpPr>
          <p:cNvPr id="292" name="Textfeld 291">
            <a:extLst>
              <a:ext uri="{FF2B5EF4-FFF2-40B4-BE49-F238E27FC236}">
                <a16:creationId xmlns:a16="http://schemas.microsoft.com/office/drawing/2014/main" id="{BDFA9364-DF1C-0B56-FC42-3599A7794551}"/>
              </a:ext>
            </a:extLst>
          </p:cNvPr>
          <p:cNvSpPr txBox="1"/>
          <p:nvPr/>
        </p:nvSpPr>
        <p:spPr>
          <a:xfrm>
            <a:off x="3107668" y="4833156"/>
            <a:ext cx="6319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000" b="1" dirty="0"/>
              <a:t>I2C_NRF</a:t>
            </a:r>
          </a:p>
        </p:txBody>
      </p:sp>
      <p:cxnSp>
        <p:nvCxnSpPr>
          <p:cNvPr id="294" name="Gerader Verbinder 293">
            <a:extLst>
              <a:ext uri="{FF2B5EF4-FFF2-40B4-BE49-F238E27FC236}">
                <a16:creationId xmlns:a16="http://schemas.microsoft.com/office/drawing/2014/main" id="{44977CB9-F3AC-925F-B5D6-3F1C0B6A747B}"/>
              </a:ext>
            </a:extLst>
          </p:cNvPr>
          <p:cNvCxnSpPr>
            <a:cxnSpLocks/>
          </p:cNvCxnSpPr>
          <p:nvPr/>
        </p:nvCxnSpPr>
        <p:spPr>
          <a:xfrm>
            <a:off x="2315580" y="5589240"/>
            <a:ext cx="0" cy="40442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Textfeld 294">
            <a:extLst>
              <a:ext uri="{FF2B5EF4-FFF2-40B4-BE49-F238E27FC236}">
                <a16:creationId xmlns:a16="http://schemas.microsoft.com/office/drawing/2014/main" id="{99552708-2807-21F3-0E33-3E63778AB082}"/>
              </a:ext>
            </a:extLst>
          </p:cNvPr>
          <p:cNvSpPr txBox="1"/>
          <p:nvPr/>
        </p:nvSpPr>
        <p:spPr>
          <a:xfrm rot="16200000">
            <a:off x="1832285" y="5316451"/>
            <a:ext cx="780764" cy="24622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dirty="0"/>
              <a:t>VMSW</a:t>
            </a:r>
          </a:p>
        </p:txBody>
      </p:sp>
      <p:sp>
        <p:nvSpPr>
          <p:cNvPr id="296" name="Textfeld 295">
            <a:extLst>
              <a:ext uri="{FF2B5EF4-FFF2-40B4-BE49-F238E27FC236}">
                <a16:creationId xmlns:a16="http://schemas.microsoft.com/office/drawing/2014/main" id="{339AC7BA-0C2C-DDB9-D0A7-C92DDBF8778C}"/>
              </a:ext>
            </a:extLst>
          </p:cNvPr>
          <p:cNvSpPr txBox="1"/>
          <p:nvPr/>
        </p:nvSpPr>
        <p:spPr>
          <a:xfrm>
            <a:off x="4835860" y="1016732"/>
            <a:ext cx="720080" cy="40011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sz="1000" b="1" dirty="0"/>
              <a:t>LED VMSW</a:t>
            </a:r>
          </a:p>
        </p:txBody>
      </p: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DC9B7E80-8C43-FC64-18FC-E85BB25B2F28}"/>
              </a:ext>
            </a:extLst>
          </p:cNvPr>
          <p:cNvCxnSpPr>
            <a:cxnSpLocks/>
          </p:cNvCxnSpPr>
          <p:nvPr/>
        </p:nvCxnSpPr>
        <p:spPr>
          <a:xfrm>
            <a:off x="5195900" y="1412776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Rechteck 303">
            <a:extLst>
              <a:ext uri="{FF2B5EF4-FFF2-40B4-BE49-F238E27FC236}">
                <a16:creationId xmlns:a16="http://schemas.microsoft.com/office/drawing/2014/main" id="{92C8F824-3827-2C47-C47F-BA7A930C884D}"/>
              </a:ext>
            </a:extLst>
          </p:cNvPr>
          <p:cNvSpPr/>
          <p:nvPr/>
        </p:nvSpPr>
        <p:spPr>
          <a:xfrm>
            <a:off x="4619836" y="5265204"/>
            <a:ext cx="5400600" cy="2880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>
                <a:solidFill>
                  <a:schemeClr val="tx1"/>
                </a:solidFill>
              </a:rPr>
              <a:t>Select Pin </a:t>
            </a:r>
            <a:r>
              <a:rPr lang="de-AT" sz="1000" b="1" dirty="0" err="1">
                <a:solidFill>
                  <a:schemeClr val="tx1"/>
                </a:solidFill>
              </a:rPr>
              <a:t>by</a:t>
            </a:r>
            <a:r>
              <a:rPr lang="de-AT" sz="1000" b="1" dirty="0">
                <a:solidFill>
                  <a:schemeClr val="tx1"/>
                </a:solidFill>
              </a:rPr>
              <a:t> Pin via </a:t>
            </a:r>
            <a:r>
              <a:rPr lang="de-AT" sz="1000" b="1" dirty="0" err="1">
                <a:solidFill>
                  <a:schemeClr val="tx1"/>
                </a:solidFill>
              </a:rPr>
              <a:t>Solder</a:t>
            </a:r>
            <a:r>
              <a:rPr lang="de-AT" sz="1000" b="1" dirty="0">
                <a:solidFill>
                  <a:schemeClr val="tx1"/>
                </a:solidFill>
              </a:rPr>
              <a:t>-Jumper</a:t>
            </a:r>
          </a:p>
        </p:txBody>
      </p:sp>
      <p:cxnSp>
        <p:nvCxnSpPr>
          <p:cNvPr id="305" name="Gerader Verbinder 304">
            <a:extLst>
              <a:ext uri="{FF2B5EF4-FFF2-40B4-BE49-F238E27FC236}">
                <a16:creationId xmlns:a16="http://schemas.microsoft.com/office/drawing/2014/main" id="{AE4EBD66-E47A-2A1F-6738-6B9CD4522C5C}"/>
              </a:ext>
            </a:extLst>
          </p:cNvPr>
          <p:cNvCxnSpPr>
            <a:cxnSpLocks/>
          </p:cNvCxnSpPr>
          <p:nvPr/>
        </p:nvCxnSpPr>
        <p:spPr>
          <a:xfrm>
            <a:off x="4799856" y="4401108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Gerader Verbinder 307">
            <a:extLst>
              <a:ext uri="{FF2B5EF4-FFF2-40B4-BE49-F238E27FC236}">
                <a16:creationId xmlns:a16="http://schemas.microsoft.com/office/drawing/2014/main" id="{0D3BA19D-4D42-EC9B-A081-6627C6B1872A}"/>
              </a:ext>
            </a:extLst>
          </p:cNvPr>
          <p:cNvCxnSpPr>
            <a:cxnSpLocks/>
          </p:cNvCxnSpPr>
          <p:nvPr/>
        </p:nvCxnSpPr>
        <p:spPr>
          <a:xfrm>
            <a:off x="5051884" y="4401108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FE719DC-0769-C473-0AC4-9FA66E8A8F18}"/>
              </a:ext>
            </a:extLst>
          </p:cNvPr>
          <p:cNvCxnSpPr>
            <a:cxnSpLocks/>
          </p:cNvCxnSpPr>
          <p:nvPr/>
        </p:nvCxnSpPr>
        <p:spPr>
          <a:xfrm>
            <a:off x="5843972" y="4401108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Gerader Verbinder 321">
            <a:extLst>
              <a:ext uri="{FF2B5EF4-FFF2-40B4-BE49-F238E27FC236}">
                <a16:creationId xmlns:a16="http://schemas.microsoft.com/office/drawing/2014/main" id="{9C37B10E-7436-CB29-16FA-728568BE75F8}"/>
              </a:ext>
            </a:extLst>
          </p:cNvPr>
          <p:cNvCxnSpPr>
            <a:cxnSpLocks/>
          </p:cNvCxnSpPr>
          <p:nvPr/>
        </p:nvCxnSpPr>
        <p:spPr>
          <a:xfrm>
            <a:off x="6384032" y="5589240"/>
            <a:ext cx="0" cy="3600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Gerader Verbinder 325">
            <a:extLst>
              <a:ext uri="{FF2B5EF4-FFF2-40B4-BE49-F238E27FC236}">
                <a16:creationId xmlns:a16="http://schemas.microsoft.com/office/drawing/2014/main" id="{F44CCB7F-D143-1230-AD3D-BEE1FD9A31C5}"/>
              </a:ext>
            </a:extLst>
          </p:cNvPr>
          <p:cNvCxnSpPr>
            <a:cxnSpLocks/>
          </p:cNvCxnSpPr>
          <p:nvPr/>
        </p:nvCxnSpPr>
        <p:spPr>
          <a:xfrm>
            <a:off x="4979876" y="2348880"/>
            <a:ext cx="0" cy="540060"/>
          </a:xfrm>
          <a:prstGeom prst="line">
            <a:avLst/>
          </a:prstGeom>
          <a:ln w="3810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Rechteck 328">
            <a:extLst>
              <a:ext uri="{FF2B5EF4-FFF2-40B4-BE49-F238E27FC236}">
                <a16:creationId xmlns:a16="http://schemas.microsoft.com/office/drawing/2014/main" id="{1B075C50-22E1-5F28-17CA-9C79B0B72912}"/>
              </a:ext>
            </a:extLst>
          </p:cNvPr>
          <p:cNvSpPr/>
          <p:nvPr/>
        </p:nvSpPr>
        <p:spPr>
          <a:xfrm>
            <a:off x="7896200" y="2060848"/>
            <a:ext cx="792088" cy="32403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/>
              <a:t>SWD</a:t>
            </a:r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876D3D43-B99D-75F3-8EF2-C69CC821BA57}"/>
              </a:ext>
            </a:extLst>
          </p:cNvPr>
          <p:cNvSpPr/>
          <p:nvPr/>
        </p:nvSpPr>
        <p:spPr>
          <a:xfrm>
            <a:off x="4583832" y="2024844"/>
            <a:ext cx="792088" cy="32403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000" b="1" dirty="0"/>
              <a:t>ISP</a:t>
            </a:r>
          </a:p>
        </p:txBody>
      </p:sp>
      <p:cxnSp>
        <p:nvCxnSpPr>
          <p:cNvPr id="331" name="Gerader Verbinder 330">
            <a:extLst>
              <a:ext uri="{FF2B5EF4-FFF2-40B4-BE49-F238E27FC236}">
                <a16:creationId xmlns:a16="http://schemas.microsoft.com/office/drawing/2014/main" id="{D8DF3378-A71B-0305-100E-E759850D914E}"/>
              </a:ext>
            </a:extLst>
          </p:cNvPr>
          <p:cNvCxnSpPr>
            <a:cxnSpLocks/>
          </p:cNvCxnSpPr>
          <p:nvPr/>
        </p:nvCxnSpPr>
        <p:spPr>
          <a:xfrm>
            <a:off x="8292244" y="2384884"/>
            <a:ext cx="0" cy="540060"/>
          </a:xfrm>
          <a:prstGeom prst="line">
            <a:avLst/>
          </a:prstGeom>
          <a:ln w="3810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Gerader Verbinder 331">
            <a:extLst>
              <a:ext uri="{FF2B5EF4-FFF2-40B4-BE49-F238E27FC236}">
                <a16:creationId xmlns:a16="http://schemas.microsoft.com/office/drawing/2014/main" id="{FCC6DDBE-BD52-030C-1CB5-3229EAE7FD65}"/>
              </a:ext>
            </a:extLst>
          </p:cNvPr>
          <p:cNvCxnSpPr>
            <a:cxnSpLocks/>
          </p:cNvCxnSpPr>
          <p:nvPr/>
        </p:nvCxnSpPr>
        <p:spPr>
          <a:xfrm>
            <a:off x="7140116" y="4437112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Gerader Verbinder 332">
            <a:extLst>
              <a:ext uri="{FF2B5EF4-FFF2-40B4-BE49-F238E27FC236}">
                <a16:creationId xmlns:a16="http://schemas.microsoft.com/office/drawing/2014/main" id="{488FA7A3-060A-6936-4B30-630C99FC8CF7}"/>
              </a:ext>
            </a:extLst>
          </p:cNvPr>
          <p:cNvCxnSpPr>
            <a:cxnSpLocks/>
          </p:cNvCxnSpPr>
          <p:nvPr/>
        </p:nvCxnSpPr>
        <p:spPr>
          <a:xfrm>
            <a:off x="7392144" y="4437112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Gerader Verbinder 333">
            <a:extLst>
              <a:ext uri="{FF2B5EF4-FFF2-40B4-BE49-F238E27FC236}">
                <a16:creationId xmlns:a16="http://schemas.microsoft.com/office/drawing/2014/main" id="{ED2F4C59-D72D-6E85-A6EA-343EA62DB6A0}"/>
              </a:ext>
            </a:extLst>
          </p:cNvPr>
          <p:cNvCxnSpPr>
            <a:cxnSpLocks/>
          </p:cNvCxnSpPr>
          <p:nvPr/>
        </p:nvCxnSpPr>
        <p:spPr>
          <a:xfrm>
            <a:off x="7644172" y="4437112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1D30543-4FD2-DD0A-8B52-9D2AF45457EE}"/>
              </a:ext>
            </a:extLst>
          </p:cNvPr>
          <p:cNvCxnSpPr>
            <a:cxnSpLocks/>
          </p:cNvCxnSpPr>
          <p:nvPr/>
        </p:nvCxnSpPr>
        <p:spPr>
          <a:xfrm>
            <a:off x="8256240" y="4437112"/>
            <a:ext cx="0" cy="82809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Gerader Verbinder 336">
            <a:extLst>
              <a:ext uri="{FF2B5EF4-FFF2-40B4-BE49-F238E27FC236}">
                <a16:creationId xmlns:a16="http://schemas.microsoft.com/office/drawing/2014/main" id="{0475F4F9-E19F-88F6-E5D5-F0F0AA06B5A0}"/>
              </a:ext>
            </a:extLst>
          </p:cNvPr>
          <p:cNvCxnSpPr>
            <a:cxnSpLocks/>
          </p:cNvCxnSpPr>
          <p:nvPr/>
        </p:nvCxnSpPr>
        <p:spPr>
          <a:xfrm>
            <a:off x="6564052" y="5589240"/>
            <a:ext cx="0" cy="3600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Textfeld 337">
            <a:extLst>
              <a:ext uri="{FF2B5EF4-FFF2-40B4-BE49-F238E27FC236}">
                <a16:creationId xmlns:a16="http://schemas.microsoft.com/office/drawing/2014/main" id="{80778BA6-B7DD-8585-CFA7-C2BC26D2BEEF}"/>
              </a:ext>
            </a:extLst>
          </p:cNvPr>
          <p:cNvSpPr txBox="1"/>
          <p:nvPr/>
        </p:nvSpPr>
        <p:spPr>
          <a:xfrm>
            <a:off x="5807968" y="4581128"/>
            <a:ext cx="8280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10 Lines</a:t>
            </a:r>
          </a:p>
        </p:txBody>
      </p:sp>
      <p:sp>
        <p:nvSpPr>
          <p:cNvPr id="339" name="Textfeld 338">
            <a:extLst>
              <a:ext uri="{FF2B5EF4-FFF2-40B4-BE49-F238E27FC236}">
                <a16:creationId xmlns:a16="http://schemas.microsoft.com/office/drawing/2014/main" id="{7837F71E-4F03-3316-E525-4D7819E8D3DE}"/>
              </a:ext>
            </a:extLst>
          </p:cNvPr>
          <p:cNvSpPr txBox="1"/>
          <p:nvPr/>
        </p:nvSpPr>
        <p:spPr>
          <a:xfrm>
            <a:off x="8220236" y="4581128"/>
            <a:ext cx="8280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/>
              <a:t>10 Lines</a:t>
            </a:r>
          </a:p>
        </p:txBody>
      </p:sp>
      <p:cxnSp>
        <p:nvCxnSpPr>
          <p:cNvPr id="340" name="Gerader Verbinder 339">
            <a:extLst>
              <a:ext uri="{FF2B5EF4-FFF2-40B4-BE49-F238E27FC236}">
                <a16:creationId xmlns:a16="http://schemas.microsoft.com/office/drawing/2014/main" id="{0D155B79-33E1-3F05-47F3-9CA658B04874}"/>
              </a:ext>
            </a:extLst>
          </p:cNvPr>
          <p:cNvCxnSpPr>
            <a:cxnSpLocks/>
          </p:cNvCxnSpPr>
          <p:nvPr/>
        </p:nvCxnSpPr>
        <p:spPr>
          <a:xfrm flipH="1">
            <a:off x="5159896" y="4797152"/>
            <a:ext cx="540060" cy="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Gerader Verbinder 342">
            <a:extLst>
              <a:ext uri="{FF2B5EF4-FFF2-40B4-BE49-F238E27FC236}">
                <a16:creationId xmlns:a16="http://schemas.microsoft.com/office/drawing/2014/main" id="{83BFEA5D-8F7E-AEE2-164D-422F7C325168}"/>
              </a:ext>
            </a:extLst>
          </p:cNvPr>
          <p:cNvCxnSpPr>
            <a:cxnSpLocks/>
          </p:cNvCxnSpPr>
          <p:nvPr/>
        </p:nvCxnSpPr>
        <p:spPr>
          <a:xfrm flipH="1">
            <a:off x="7680176" y="4761148"/>
            <a:ext cx="540060" cy="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Gerader Verbinder 343">
            <a:extLst>
              <a:ext uri="{FF2B5EF4-FFF2-40B4-BE49-F238E27FC236}">
                <a16:creationId xmlns:a16="http://schemas.microsoft.com/office/drawing/2014/main" id="{1320C3D4-FCEC-DEAE-F3DC-4C762E4AB984}"/>
              </a:ext>
            </a:extLst>
          </p:cNvPr>
          <p:cNvCxnSpPr>
            <a:cxnSpLocks/>
          </p:cNvCxnSpPr>
          <p:nvPr/>
        </p:nvCxnSpPr>
        <p:spPr>
          <a:xfrm flipH="1">
            <a:off x="6708068" y="5733256"/>
            <a:ext cx="540060" cy="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Gerader Verbinder 344">
            <a:extLst>
              <a:ext uri="{FF2B5EF4-FFF2-40B4-BE49-F238E27FC236}">
                <a16:creationId xmlns:a16="http://schemas.microsoft.com/office/drawing/2014/main" id="{9A67CBD7-F5DC-B26C-4AE0-79DC5D051A5A}"/>
              </a:ext>
            </a:extLst>
          </p:cNvPr>
          <p:cNvCxnSpPr>
            <a:cxnSpLocks/>
          </p:cNvCxnSpPr>
          <p:nvPr/>
        </p:nvCxnSpPr>
        <p:spPr>
          <a:xfrm>
            <a:off x="7428148" y="5589240"/>
            <a:ext cx="0" cy="3600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Gerader Verbinder 345">
            <a:extLst>
              <a:ext uri="{FF2B5EF4-FFF2-40B4-BE49-F238E27FC236}">
                <a16:creationId xmlns:a16="http://schemas.microsoft.com/office/drawing/2014/main" id="{DF057E6D-1A8A-F9D0-E715-24D59A69813A}"/>
              </a:ext>
            </a:extLst>
          </p:cNvPr>
          <p:cNvCxnSpPr>
            <a:cxnSpLocks/>
          </p:cNvCxnSpPr>
          <p:nvPr/>
        </p:nvCxnSpPr>
        <p:spPr>
          <a:xfrm flipH="1">
            <a:off x="2999656" y="2816932"/>
            <a:ext cx="4320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Textfeld 347">
            <a:extLst>
              <a:ext uri="{FF2B5EF4-FFF2-40B4-BE49-F238E27FC236}">
                <a16:creationId xmlns:a16="http://schemas.microsoft.com/office/drawing/2014/main" id="{4D154679-3CE4-BF06-A166-8D3408CCAA5F}"/>
              </a:ext>
            </a:extLst>
          </p:cNvPr>
          <p:cNvSpPr txBox="1"/>
          <p:nvPr/>
        </p:nvSpPr>
        <p:spPr>
          <a:xfrm>
            <a:off x="2963652" y="2600908"/>
            <a:ext cx="792088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EN_ATM</a:t>
            </a:r>
          </a:p>
        </p:txBody>
      </p:sp>
      <p:cxnSp>
        <p:nvCxnSpPr>
          <p:cNvPr id="349" name="Gerader Verbinder 348">
            <a:extLst>
              <a:ext uri="{FF2B5EF4-FFF2-40B4-BE49-F238E27FC236}">
                <a16:creationId xmlns:a16="http://schemas.microsoft.com/office/drawing/2014/main" id="{CC736DB3-C2D4-3DB8-0672-D52BEFA966E8}"/>
              </a:ext>
            </a:extLst>
          </p:cNvPr>
          <p:cNvCxnSpPr>
            <a:cxnSpLocks/>
          </p:cNvCxnSpPr>
          <p:nvPr/>
        </p:nvCxnSpPr>
        <p:spPr>
          <a:xfrm flipH="1">
            <a:off x="8940316" y="4293096"/>
            <a:ext cx="4320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Textfeld 349">
            <a:extLst>
              <a:ext uri="{FF2B5EF4-FFF2-40B4-BE49-F238E27FC236}">
                <a16:creationId xmlns:a16="http://schemas.microsoft.com/office/drawing/2014/main" id="{3455FD76-5E78-987E-C033-103AB72B4B78}"/>
              </a:ext>
            </a:extLst>
          </p:cNvPr>
          <p:cNvSpPr txBox="1"/>
          <p:nvPr/>
        </p:nvSpPr>
        <p:spPr>
          <a:xfrm>
            <a:off x="8976320" y="4077072"/>
            <a:ext cx="792088" cy="2520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b="1" dirty="0"/>
              <a:t>EN_ATM</a:t>
            </a:r>
          </a:p>
        </p:txBody>
      </p:sp>
      <p:sp>
        <p:nvSpPr>
          <p:cNvPr id="351" name="Textfeld 350">
            <a:extLst>
              <a:ext uri="{FF2B5EF4-FFF2-40B4-BE49-F238E27FC236}">
                <a16:creationId xmlns:a16="http://schemas.microsoft.com/office/drawing/2014/main" id="{087C4EB8-0117-EA0E-7FD9-8FFE0574DACC}"/>
              </a:ext>
            </a:extLst>
          </p:cNvPr>
          <p:cNvSpPr txBox="1"/>
          <p:nvPr/>
        </p:nvSpPr>
        <p:spPr>
          <a:xfrm>
            <a:off x="2783632" y="6021288"/>
            <a:ext cx="1044116" cy="2462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sz="1000" b="1" dirty="0"/>
              <a:t>OLED Display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AA73230-BFA1-8075-83D1-5FABD766CFF0}"/>
              </a:ext>
            </a:extLst>
          </p:cNvPr>
          <p:cNvSpPr txBox="1"/>
          <p:nvPr/>
        </p:nvSpPr>
        <p:spPr>
          <a:xfrm rot="16200000">
            <a:off x="3344453" y="4380348"/>
            <a:ext cx="780764" cy="24622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dirty="0"/>
              <a:t>SWVMG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02E7452-1810-5F47-22D7-F6B6DF545B97}"/>
              </a:ext>
            </a:extLst>
          </p:cNvPr>
          <p:cNvSpPr txBox="1"/>
          <p:nvPr/>
        </p:nvSpPr>
        <p:spPr>
          <a:xfrm rot="16200000">
            <a:off x="6116761" y="2724163"/>
            <a:ext cx="780764" cy="24622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AT" sz="1000" dirty="0"/>
              <a:t>SWVMG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12BD6AB-6A60-4081-62BB-E20733D9B39A}"/>
              </a:ext>
            </a:extLst>
          </p:cNvPr>
          <p:cNvGrpSpPr/>
          <p:nvPr/>
        </p:nvGrpSpPr>
        <p:grpSpPr>
          <a:xfrm>
            <a:off x="5699956" y="3825044"/>
            <a:ext cx="216024" cy="504056"/>
            <a:chOff x="6552220" y="4869160"/>
            <a:chExt cx="216024" cy="504056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0A4A1FE1-EEC9-A7CD-9132-93B2685071FB}"/>
                </a:ext>
              </a:extLst>
            </p:cNvPr>
            <p:cNvSpPr/>
            <p:nvPr/>
          </p:nvSpPr>
          <p:spPr>
            <a:xfrm>
              <a:off x="6696236" y="501317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cxnSp>
          <p:nvCxnSpPr>
            <p:cNvPr id="7" name="Gerade Verbindung 408">
              <a:extLst>
                <a:ext uri="{FF2B5EF4-FFF2-40B4-BE49-F238E27FC236}">
                  <a16:creationId xmlns:a16="http://schemas.microsoft.com/office/drawing/2014/main" id="{0F5708EE-26A1-C396-3C09-1B07BA89C0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2240" y="4869160"/>
              <a:ext cx="0" cy="1661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408">
              <a:extLst>
                <a:ext uri="{FF2B5EF4-FFF2-40B4-BE49-F238E27FC236}">
                  <a16:creationId xmlns:a16="http://schemas.microsoft.com/office/drawing/2014/main" id="{784814D7-0964-2667-473B-B31ADB450015}"/>
                </a:ext>
              </a:extLst>
            </p:cNvPr>
            <p:cNvCxnSpPr>
              <a:cxnSpLocks/>
            </p:cNvCxnSpPr>
            <p:nvPr/>
          </p:nvCxnSpPr>
          <p:spPr>
            <a:xfrm>
              <a:off x="6660232" y="5013176"/>
              <a:ext cx="0" cy="2160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408">
              <a:extLst>
                <a:ext uri="{FF2B5EF4-FFF2-40B4-BE49-F238E27FC236}">
                  <a16:creationId xmlns:a16="http://schemas.microsoft.com/office/drawing/2014/main" id="{321656C5-CDC6-AF93-F0B0-5ED44E401B37}"/>
                </a:ext>
              </a:extLst>
            </p:cNvPr>
            <p:cNvCxnSpPr>
              <a:cxnSpLocks/>
            </p:cNvCxnSpPr>
            <p:nvPr/>
          </p:nvCxnSpPr>
          <p:spPr>
            <a:xfrm>
              <a:off x="6552220" y="5049180"/>
              <a:ext cx="0" cy="14401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408">
              <a:extLst>
                <a:ext uri="{FF2B5EF4-FFF2-40B4-BE49-F238E27FC236}">
                  <a16:creationId xmlns:a16="http://schemas.microsoft.com/office/drawing/2014/main" id="{0693F527-2A64-BC86-BA58-1C656DAAD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2220" y="5085184"/>
              <a:ext cx="9472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408">
              <a:extLst>
                <a:ext uri="{FF2B5EF4-FFF2-40B4-BE49-F238E27FC236}">
                  <a16:creationId xmlns:a16="http://schemas.microsoft.com/office/drawing/2014/main" id="{C0EE7D88-721E-D6D0-C4D1-309D324A8F23}"/>
                </a:ext>
              </a:extLst>
            </p:cNvPr>
            <p:cNvCxnSpPr>
              <a:cxnSpLocks/>
            </p:cNvCxnSpPr>
            <p:nvPr/>
          </p:nvCxnSpPr>
          <p:spPr>
            <a:xfrm>
              <a:off x="6732240" y="5193196"/>
              <a:ext cx="0" cy="1800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47C6F461-02CB-1C8F-FA43-BB9985B7733C}"/>
                </a:ext>
              </a:extLst>
            </p:cNvPr>
            <p:cNvSpPr/>
            <p:nvPr/>
          </p:nvSpPr>
          <p:spPr>
            <a:xfrm>
              <a:off x="6696236" y="5157192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cxnSp>
          <p:nvCxnSpPr>
            <p:cNvPr id="13" name="Gerade Verbindung 408">
              <a:extLst>
                <a:ext uri="{FF2B5EF4-FFF2-40B4-BE49-F238E27FC236}">
                  <a16:creationId xmlns:a16="http://schemas.microsoft.com/office/drawing/2014/main" id="{1840F5DB-0453-CE2B-C7D3-36733463F8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2220" y="5157192"/>
              <a:ext cx="9472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66D39A8-E6E0-6129-267E-9581D8B4B540}"/>
              </a:ext>
            </a:extLst>
          </p:cNvPr>
          <p:cNvGrpSpPr/>
          <p:nvPr/>
        </p:nvGrpSpPr>
        <p:grpSpPr>
          <a:xfrm>
            <a:off x="8580276" y="3789040"/>
            <a:ext cx="216024" cy="504056"/>
            <a:chOff x="6552220" y="4869160"/>
            <a:chExt cx="216024" cy="504056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1595AB1-5100-537E-190C-74D8B18BB66B}"/>
                </a:ext>
              </a:extLst>
            </p:cNvPr>
            <p:cNvSpPr/>
            <p:nvPr/>
          </p:nvSpPr>
          <p:spPr>
            <a:xfrm>
              <a:off x="6696236" y="5013176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cxnSp>
          <p:nvCxnSpPr>
            <p:cNvPr id="18" name="Gerade Verbindung 408">
              <a:extLst>
                <a:ext uri="{FF2B5EF4-FFF2-40B4-BE49-F238E27FC236}">
                  <a16:creationId xmlns:a16="http://schemas.microsoft.com/office/drawing/2014/main" id="{4BAAB94B-D098-F78E-92BB-D4F404E34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2240" y="4869160"/>
              <a:ext cx="0" cy="1661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408">
              <a:extLst>
                <a:ext uri="{FF2B5EF4-FFF2-40B4-BE49-F238E27FC236}">
                  <a16:creationId xmlns:a16="http://schemas.microsoft.com/office/drawing/2014/main" id="{EB31980F-A502-AFB9-6149-C9F71833554A}"/>
                </a:ext>
              </a:extLst>
            </p:cNvPr>
            <p:cNvCxnSpPr>
              <a:cxnSpLocks/>
            </p:cNvCxnSpPr>
            <p:nvPr/>
          </p:nvCxnSpPr>
          <p:spPr>
            <a:xfrm>
              <a:off x="6660232" y="5013176"/>
              <a:ext cx="0" cy="2160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408">
              <a:extLst>
                <a:ext uri="{FF2B5EF4-FFF2-40B4-BE49-F238E27FC236}">
                  <a16:creationId xmlns:a16="http://schemas.microsoft.com/office/drawing/2014/main" id="{99A3BDB6-B5B2-2C78-6086-2F77AA87E14C}"/>
                </a:ext>
              </a:extLst>
            </p:cNvPr>
            <p:cNvCxnSpPr>
              <a:cxnSpLocks/>
            </p:cNvCxnSpPr>
            <p:nvPr/>
          </p:nvCxnSpPr>
          <p:spPr>
            <a:xfrm>
              <a:off x="6552220" y="5049180"/>
              <a:ext cx="0" cy="14401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408">
              <a:extLst>
                <a:ext uri="{FF2B5EF4-FFF2-40B4-BE49-F238E27FC236}">
                  <a16:creationId xmlns:a16="http://schemas.microsoft.com/office/drawing/2014/main" id="{361B5029-0FD4-0C50-C45C-EAAB573F47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2220" y="5085184"/>
              <a:ext cx="9472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408">
              <a:extLst>
                <a:ext uri="{FF2B5EF4-FFF2-40B4-BE49-F238E27FC236}">
                  <a16:creationId xmlns:a16="http://schemas.microsoft.com/office/drawing/2014/main" id="{4F3243D6-6C1C-6ED1-594F-C4FA6A18A98D}"/>
                </a:ext>
              </a:extLst>
            </p:cNvPr>
            <p:cNvCxnSpPr>
              <a:cxnSpLocks/>
            </p:cNvCxnSpPr>
            <p:nvPr/>
          </p:nvCxnSpPr>
          <p:spPr>
            <a:xfrm>
              <a:off x="6732240" y="5193196"/>
              <a:ext cx="0" cy="1800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7EF64745-6805-87F6-EA53-328B4E3AA9CE}"/>
                </a:ext>
              </a:extLst>
            </p:cNvPr>
            <p:cNvSpPr/>
            <p:nvPr/>
          </p:nvSpPr>
          <p:spPr>
            <a:xfrm>
              <a:off x="6696236" y="5157192"/>
              <a:ext cx="72008" cy="7200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sz="700"/>
            </a:p>
          </p:txBody>
        </p:sp>
        <p:cxnSp>
          <p:nvCxnSpPr>
            <p:cNvPr id="27" name="Gerade Verbindung 408">
              <a:extLst>
                <a:ext uri="{FF2B5EF4-FFF2-40B4-BE49-F238E27FC236}">
                  <a16:creationId xmlns:a16="http://schemas.microsoft.com/office/drawing/2014/main" id="{A961C4C4-0BB3-DBBD-58B3-0CA7F03C0C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2220" y="5157192"/>
              <a:ext cx="9472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feld 27">
            <a:extLst>
              <a:ext uri="{FF2B5EF4-FFF2-40B4-BE49-F238E27FC236}">
                <a16:creationId xmlns:a16="http://schemas.microsoft.com/office/drawing/2014/main" id="{1CB3EC0F-6C6C-2C78-B1D1-A58E6828C700}"/>
              </a:ext>
            </a:extLst>
          </p:cNvPr>
          <p:cNvSpPr txBox="1"/>
          <p:nvPr/>
        </p:nvSpPr>
        <p:spPr>
          <a:xfrm>
            <a:off x="5195900" y="3933056"/>
            <a:ext cx="8280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 err="1"/>
              <a:t>Reset</a:t>
            </a:r>
            <a:endParaRPr lang="de-AT" sz="1000" b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5EBBC3B-6ABC-EC0B-A7CB-49E6240EE235}"/>
              </a:ext>
            </a:extLst>
          </p:cNvPr>
          <p:cNvSpPr txBox="1"/>
          <p:nvPr/>
        </p:nvSpPr>
        <p:spPr>
          <a:xfrm>
            <a:off x="8112224" y="3897052"/>
            <a:ext cx="8280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 err="1"/>
              <a:t>Reset</a:t>
            </a:r>
            <a:endParaRPr lang="de-AT" sz="1000" b="1" dirty="0"/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77A0B18-E2ED-EC2C-1B43-7595EFBB05CE}"/>
              </a:ext>
            </a:extLst>
          </p:cNvPr>
          <p:cNvCxnSpPr>
            <a:cxnSpLocks/>
          </p:cNvCxnSpPr>
          <p:nvPr/>
        </p:nvCxnSpPr>
        <p:spPr>
          <a:xfrm>
            <a:off x="5195900" y="836712"/>
            <a:ext cx="0" cy="1800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D13FE4E0-EAF9-B061-9BF4-E54153F93788}"/>
              </a:ext>
            </a:extLst>
          </p:cNvPr>
          <p:cNvGrpSpPr/>
          <p:nvPr/>
        </p:nvGrpSpPr>
        <p:grpSpPr>
          <a:xfrm>
            <a:off x="2711624" y="6309320"/>
            <a:ext cx="144016" cy="180020"/>
            <a:chOff x="4499992" y="368660"/>
            <a:chExt cx="144016" cy="180020"/>
          </a:xfrm>
        </p:grpSpPr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8FE8F9B9-1E7C-B8EE-8A37-A6EF74101F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2000" y="368660"/>
              <a:ext cx="0" cy="1800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45905C37-1B64-13CF-CBD3-FC107BD0EC8F}"/>
                </a:ext>
              </a:extLst>
            </p:cNvPr>
            <p:cNvCxnSpPr>
              <a:cxnSpLocks/>
            </p:cNvCxnSpPr>
            <p:nvPr/>
          </p:nvCxnSpPr>
          <p:spPr>
            <a:xfrm>
              <a:off x="4499992" y="548680"/>
              <a:ext cx="1440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Ellipse 45">
            <a:extLst>
              <a:ext uri="{FF2B5EF4-FFF2-40B4-BE49-F238E27FC236}">
                <a16:creationId xmlns:a16="http://schemas.microsoft.com/office/drawing/2014/main" id="{A90FD8F7-23C7-F274-8265-C1B93F705917}"/>
              </a:ext>
            </a:extLst>
          </p:cNvPr>
          <p:cNvSpPr/>
          <p:nvPr/>
        </p:nvSpPr>
        <p:spPr>
          <a:xfrm>
            <a:off x="4223792" y="2528900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256E8BA5-967E-5CF1-111F-2B84EA8D9B95}"/>
              </a:ext>
            </a:extLst>
          </p:cNvPr>
          <p:cNvSpPr/>
          <p:nvPr/>
        </p:nvSpPr>
        <p:spPr>
          <a:xfrm>
            <a:off x="3791744" y="2528900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sp>
        <p:nvSpPr>
          <p:cNvPr id="48" name="Ellipse 47">
            <a:extLst>
              <a:ext uri="{FF2B5EF4-FFF2-40B4-BE49-F238E27FC236}">
                <a16:creationId xmlns:a16="http://schemas.microsoft.com/office/drawing/2014/main" id="{F13EA528-4012-D736-F9F0-861D83B9A641}"/>
              </a:ext>
            </a:extLst>
          </p:cNvPr>
          <p:cNvSpPr/>
          <p:nvPr/>
        </p:nvSpPr>
        <p:spPr>
          <a:xfrm>
            <a:off x="10164452" y="2960948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18A8CD56-8E61-3891-D9FA-BAAB8CACEAAE}"/>
              </a:ext>
            </a:extLst>
          </p:cNvPr>
          <p:cNvSpPr/>
          <p:nvPr/>
        </p:nvSpPr>
        <p:spPr>
          <a:xfrm>
            <a:off x="5159896" y="800708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sp>
        <p:nvSpPr>
          <p:cNvPr id="52" name="Ellipse 51">
            <a:extLst>
              <a:ext uri="{FF2B5EF4-FFF2-40B4-BE49-F238E27FC236}">
                <a16:creationId xmlns:a16="http://schemas.microsoft.com/office/drawing/2014/main" id="{5A7039C9-0882-605A-B4AE-EB6DFC2358E1}"/>
              </a:ext>
            </a:extLst>
          </p:cNvPr>
          <p:cNvSpPr/>
          <p:nvPr/>
        </p:nvSpPr>
        <p:spPr>
          <a:xfrm>
            <a:off x="5159896" y="1664804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5452D8EF-E29A-B367-243B-4E33B7184254}"/>
              </a:ext>
            </a:extLst>
          </p:cNvPr>
          <p:cNvGrpSpPr/>
          <p:nvPr/>
        </p:nvGrpSpPr>
        <p:grpSpPr>
          <a:xfrm>
            <a:off x="4115780" y="1016732"/>
            <a:ext cx="612167" cy="503708"/>
            <a:chOff x="827584" y="2205038"/>
            <a:chExt cx="612167" cy="503708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5A993B16-A029-9E75-2E47-C20186C639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7644" y="2205038"/>
              <a:ext cx="0" cy="2158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1542A84-D436-5394-91AE-840E5A7A6EFE}"/>
                </a:ext>
              </a:extLst>
            </p:cNvPr>
            <p:cNvSpPr txBox="1"/>
            <p:nvPr/>
          </p:nvSpPr>
          <p:spPr>
            <a:xfrm>
              <a:off x="827584" y="2349054"/>
              <a:ext cx="41947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de-AT" sz="700" dirty="0">
                  <a:latin typeface="Arial" panose="020B0604020202020204" pitchFamily="34" charset="0"/>
                  <a:cs typeface="Arial" panose="020B0604020202020204" pitchFamily="34" charset="0"/>
                </a:rPr>
                <a:t>Cap</a:t>
              </a:r>
              <a:br>
                <a:rPr lang="de-AT" sz="7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de-AT" sz="700" dirty="0">
                  <a:latin typeface="Arial" panose="020B0604020202020204" pitchFamily="34" charset="0"/>
                  <a:cs typeface="Arial" panose="020B0604020202020204" pitchFamily="34" charset="0"/>
                </a:rPr>
                <a:t>Bank</a:t>
              </a:r>
            </a:p>
          </p:txBody>
        </p: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17956CE6-0201-334A-86BB-06F0A6B5585B}"/>
                </a:ext>
              </a:extLst>
            </p:cNvPr>
            <p:cNvCxnSpPr>
              <a:cxnSpLocks/>
            </p:cNvCxnSpPr>
            <p:nvPr/>
          </p:nvCxnSpPr>
          <p:spPr>
            <a:xfrm>
              <a:off x="1295636" y="2420888"/>
              <a:ext cx="14411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A7A34ACD-54CD-EB0B-96A6-05BD3798232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636" y="2492896"/>
              <a:ext cx="14411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FF7E419C-FF89-C103-873B-A8FEF95C07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7644" y="2492896"/>
              <a:ext cx="0" cy="2158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Ellipse 62">
            <a:extLst>
              <a:ext uri="{FF2B5EF4-FFF2-40B4-BE49-F238E27FC236}">
                <a16:creationId xmlns:a16="http://schemas.microsoft.com/office/drawing/2014/main" id="{E27808B4-A783-F139-E62C-7B95E27EA287}"/>
              </a:ext>
            </a:extLst>
          </p:cNvPr>
          <p:cNvSpPr/>
          <p:nvPr/>
        </p:nvSpPr>
        <p:spPr>
          <a:xfrm>
            <a:off x="3179676" y="1664804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5DC229BA-BAC9-1D0E-D4D2-F0DD4EB92E3D}"/>
              </a:ext>
            </a:extLst>
          </p:cNvPr>
          <p:cNvCxnSpPr>
            <a:cxnSpLocks/>
          </p:cNvCxnSpPr>
          <p:nvPr/>
        </p:nvCxnSpPr>
        <p:spPr>
          <a:xfrm>
            <a:off x="4655840" y="1412776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0ADD4A8-59BC-81DD-6E3B-6E592F39E000}"/>
              </a:ext>
            </a:extLst>
          </p:cNvPr>
          <p:cNvCxnSpPr>
            <a:cxnSpLocks/>
          </p:cNvCxnSpPr>
          <p:nvPr/>
        </p:nvCxnSpPr>
        <p:spPr>
          <a:xfrm>
            <a:off x="4655840" y="836712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Ellipse 65">
            <a:extLst>
              <a:ext uri="{FF2B5EF4-FFF2-40B4-BE49-F238E27FC236}">
                <a16:creationId xmlns:a16="http://schemas.microsoft.com/office/drawing/2014/main" id="{922BAA85-67C9-F6B7-8475-C7F85D8B40B4}"/>
              </a:ext>
            </a:extLst>
          </p:cNvPr>
          <p:cNvSpPr/>
          <p:nvPr/>
        </p:nvSpPr>
        <p:spPr>
          <a:xfrm>
            <a:off x="4619836" y="1664804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1854BEED-1958-F1F5-1703-EEA8EC686C1C}"/>
              </a:ext>
            </a:extLst>
          </p:cNvPr>
          <p:cNvSpPr/>
          <p:nvPr/>
        </p:nvSpPr>
        <p:spPr>
          <a:xfrm>
            <a:off x="4619836" y="800708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700"/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DB01C14-BE19-EEF7-5228-DE64F36FB1D6}"/>
              </a:ext>
            </a:extLst>
          </p:cNvPr>
          <p:cNvCxnSpPr>
            <a:cxnSpLocks/>
          </p:cNvCxnSpPr>
          <p:nvPr/>
        </p:nvCxnSpPr>
        <p:spPr>
          <a:xfrm>
            <a:off x="6332987" y="3537012"/>
            <a:ext cx="0" cy="324036"/>
          </a:xfrm>
          <a:prstGeom prst="line">
            <a:avLst/>
          </a:prstGeom>
          <a:ln w="3810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DE1E0CAD-3FE6-24CD-C081-F1B230365597}"/>
              </a:ext>
            </a:extLst>
          </p:cNvPr>
          <p:cNvSpPr txBox="1"/>
          <p:nvPr/>
        </p:nvSpPr>
        <p:spPr>
          <a:xfrm>
            <a:off x="6059996" y="3825044"/>
            <a:ext cx="5677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1000" b="1" dirty="0">
                <a:solidFill>
                  <a:srgbClr val="7030A0"/>
                </a:solidFill>
              </a:rPr>
              <a:t>Via</a:t>
            </a:r>
            <a:br>
              <a:rPr lang="de-AT" sz="1000" b="1" dirty="0">
                <a:solidFill>
                  <a:srgbClr val="7030A0"/>
                </a:solidFill>
              </a:rPr>
            </a:br>
            <a:r>
              <a:rPr lang="de-AT" sz="1000" b="1" dirty="0" err="1">
                <a:solidFill>
                  <a:srgbClr val="7030A0"/>
                </a:solidFill>
              </a:rPr>
              <a:t>jumper</a:t>
            </a:r>
            <a:endParaRPr lang="de-AT" sz="1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69455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Microsoft Office PowerPoint</Application>
  <PresentationFormat>Breitbild</PresentationFormat>
  <Paragraphs>61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ZUDRELL-KOCH Stefan</dc:creator>
  <cp:lastModifiedBy>ZUDRELL-KOCH Stefan</cp:lastModifiedBy>
  <cp:revision>7</cp:revision>
  <dcterms:created xsi:type="dcterms:W3CDTF">2026-04-04T05:29:03Z</dcterms:created>
  <dcterms:modified xsi:type="dcterms:W3CDTF">2026-09-06T13:14:26Z</dcterms:modified>
</cp:coreProperties>
</file>