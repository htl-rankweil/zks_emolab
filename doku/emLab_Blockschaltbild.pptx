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0_5B03572B.xml" ContentType="application/vnd.ms-powerpoint.comments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4177387-5181-26A5-7774-2D173DDFEBBE}" name="ZUDRELL-KOCH Stefan" initials="ZKS" userId="S::Stefan.Zudrell-Koch@htl-rankweil.at::e9a6a590-508e-40e7-9af9-9f85dae119b7" providerId="AD"/>
  <p188:author id="{021CBAA2-47D3-F5E5-EC97-11F4AD3ABB60}" name="Guest User" initials="GU" userId="S::urn:spo:tenantanon#8a60296f-fbca-4eaa-988a-2026d0e93c19::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howGuides="1">
      <p:cViewPr>
        <p:scale>
          <a:sx n="100" d="100"/>
          <a:sy n="100" d="100"/>
        </p:scale>
        <p:origin x="-206" y="-518"/>
      </p:cViewPr>
      <p:guideLst>
        <p:guide orient="horz" pos="23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microsoft.com/office/2018/10/relationships/authors" Target="authors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UDRELL-KOCH Stefan" userId="e9a6a590-508e-40e7-9af9-9f85dae119b7" providerId="ADAL" clId="{5B748AC7-C77E-493C-A77B-D94156955FEA}"/>
    <pc:docChg chg="undo custSel delSld modSld">
      <pc:chgData name="ZUDRELL-KOCH Stefan" userId="e9a6a590-508e-40e7-9af9-9f85dae119b7" providerId="ADAL" clId="{5B748AC7-C77E-493C-A77B-D94156955FEA}" dt="2026-09-01T14:34:57.566" v="1288" actId="1076"/>
      <pc:docMkLst>
        <pc:docMk/>
      </pc:docMkLst>
      <pc:sldChg chg="addSp delSp modSp mod addCm delCm modCm">
        <pc:chgData name="ZUDRELL-KOCH Stefan" userId="e9a6a590-508e-40e7-9af9-9f85dae119b7" providerId="ADAL" clId="{5B748AC7-C77E-493C-A77B-D94156955FEA}" dt="2026-09-01T14:34:57.566" v="1288" actId="1076"/>
        <pc:sldMkLst>
          <pc:docMk/>
          <pc:sldMk cId="1526945579" sldId="256"/>
        </pc:sldMkLst>
        <pc:spChg chg="add mod">
          <ac:chgData name="ZUDRELL-KOCH Stefan" userId="e9a6a590-508e-40e7-9af9-9f85dae119b7" providerId="ADAL" clId="{5B748AC7-C77E-493C-A77B-D94156955FEA}" dt="2026-09-01T14:29:02.672" v="1205" actId="20577"/>
          <ac:spMkLst>
            <pc:docMk/>
            <pc:sldMk cId="1526945579" sldId="256"/>
            <ac:spMk id="2" creationId="{9AA73230-BFA1-8075-83D1-5FABD766CFF0}"/>
          </ac:spMkLst>
        </pc:spChg>
        <pc:spChg chg="add mod">
          <ac:chgData name="ZUDRELL-KOCH Stefan" userId="e9a6a590-508e-40e7-9af9-9f85dae119b7" providerId="ADAL" clId="{5B748AC7-C77E-493C-A77B-D94156955FEA}" dt="2026-09-01T14:29:10.077" v="1206" actId="571"/>
          <ac:spMkLst>
            <pc:docMk/>
            <pc:sldMk cId="1526945579" sldId="256"/>
            <ac:spMk id="3" creationId="{D02E7452-1810-5F47-22D7-F6B6DF545B97}"/>
          </ac:spMkLst>
        </pc:spChg>
        <pc:spChg chg="mod">
          <ac:chgData name="ZUDRELL-KOCH Stefan" userId="e9a6a590-508e-40e7-9af9-9f85dae119b7" providerId="ADAL" clId="{5B748AC7-C77E-493C-A77B-D94156955FEA}" dt="2026-09-01T09:26:21.092" v="483" actId="14100"/>
          <ac:spMkLst>
            <pc:docMk/>
            <pc:sldMk cId="1526945579" sldId="256"/>
            <ac:spMk id="4" creationId="{91778D7A-74A4-3E25-B31D-278B0042B992}"/>
          </ac:spMkLst>
        </pc:spChg>
        <pc:spChg chg="del">
          <ac:chgData name="ZUDRELL-KOCH Stefan" userId="e9a6a590-508e-40e7-9af9-9f85dae119b7" providerId="ADAL" clId="{5B748AC7-C77E-493C-A77B-D94156955FEA}" dt="2026-08-27T13:43:30.709" v="66" actId="478"/>
          <ac:spMkLst>
            <pc:docMk/>
            <pc:sldMk cId="1526945579" sldId="256"/>
            <ac:spMk id="5" creationId="{DE09C72C-A740-05E0-E4F1-D2AD3D0AFB0F}"/>
          </ac:spMkLst>
        </pc:spChg>
        <pc:spChg chg="mod">
          <ac:chgData name="ZUDRELL-KOCH Stefan" userId="e9a6a590-508e-40e7-9af9-9f85dae119b7" providerId="ADAL" clId="{5B748AC7-C77E-493C-A77B-D94156955FEA}" dt="2026-09-01T14:29:36.407" v="1207"/>
          <ac:spMkLst>
            <pc:docMk/>
            <pc:sldMk cId="1526945579" sldId="256"/>
            <ac:spMk id="6" creationId="{0A4A1FE1-EEC9-A7CD-9132-93B2685071FB}"/>
          </ac:spMkLst>
        </pc:spChg>
        <pc:spChg chg="mod">
          <ac:chgData name="ZUDRELL-KOCH Stefan" userId="e9a6a590-508e-40e7-9af9-9f85dae119b7" providerId="ADAL" clId="{5B748AC7-C77E-493C-A77B-D94156955FEA}" dt="2026-09-01T14:29:36.407" v="1207"/>
          <ac:spMkLst>
            <pc:docMk/>
            <pc:sldMk cId="1526945579" sldId="256"/>
            <ac:spMk id="12" creationId="{47C6F461-02CB-1C8F-FA43-BB9985B7733C}"/>
          </ac:spMkLst>
        </pc:spChg>
        <pc:spChg chg="add del mod">
          <ac:chgData name="ZUDRELL-KOCH Stefan" userId="e9a6a590-508e-40e7-9af9-9f85dae119b7" providerId="ADAL" clId="{5B748AC7-C77E-493C-A77B-D94156955FEA}" dt="2026-09-01T09:46:29.452" v="808" actId="14100"/>
          <ac:spMkLst>
            <pc:docMk/>
            <pc:sldMk cId="1526945579" sldId="256"/>
            <ac:spMk id="14" creationId="{ECA13301-79CA-9D20-03DC-7DF7A54DD550}"/>
          </ac:spMkLst>
        </pc:spChg>
        <pc:spChg chg="mod">
          <ac:chgData name="ZUDRELL-KOCH Stefan" userId="e9a6a590-508e-40e7-9af9-9f85dae119b7" providerId="ADAL" clId="{5B748AC7-C77E-493C-A77B-D94156955FEA}" dt="2026-09-01T14:29:40.459" v="1209" actId="571"/>
          <ac:spMkLst>
            <pc:docMk/>
            <pc:sldMk cId="1526945579" sldId="256"/>
            <ac:spMk id="16" creationId="{51595AB1-5100-537E-190C-74D8B18BB66B}"/>
          </ac:spMkLst>
        </pc:spChg>
        <pc:spChg chg="mod">
          <ac:chgData name="ZUDRELL-KOCH Stefan" userId="e9a6a590-508e-40e7-9af9-9f85dae119b7" providerId="ADAL" clId="{5B748AC7-C77E-493C-A77B-D94156955FEA}" dt="2026-09-01T14:30:05.132" v="1221" actId="20577"/>
          <ac:spMkLst>
            <pc:docMk/>
            <pc:sldMk cId="1526945579" sldId="256"/>
            <ac:spMk id="17" creationId="{B10060E9-EFAD-713C-2501-B5BD06A85526}"/>
          </ac:spMkLst>
        </pc:spChg>
        <pc:spChg chg="mod">
          <ac:chgData name="ZUDRELL-KOCH Stefan" userId="e9a6a590-508e-40e7-9af9-9f85dae119b7" providerId="ADAL" clId="{5B748AC7-C77E-493C-A77B-D94156955FEA}" dt="2026-09-01T09:46:24.401" v="806" actId="1076"/>
          <ac:spMkLst>
            <pc:docMk/>
            <pc:sldMk cId="1526945579" sldId="256"/>
            <ac:spMk id="19" creationId="{2C8365E1-A41B-B639-5AAD-98D53620F2A2}"/>
          </ac:spMkLst>
        </pc:spChg>
        <pc:spChg chg="mod">
          <ac:chgData name="ZUDRELL-KOCH Stefan" userId="e9a6a590-508e-40e7-9af9-9f85dae119b7" providerId="ADAL" clId="{5B748AC7-C77E-493C-A77B-D94156955FEA}" dt="2026-09-01T09:56:44.159" v="1031" actId="14100"/>
          <ac:spMkLst>
            <pc:docMk/>
            <pc:sldMk cId="1526945579" sldId="256"/>
            <ac:spMk id="20" creationId="{A49056B8-D49D-590D-B590-98A1A2DD016E}"/>
          </ac:spMkLst>
        </pc:spChg>
        <pc:spChg chg="mod">
          <ac:chgData name="ZUDRELL-KOCH Stefan" userId="e9a6a590-508e-40e7-9af9-9f85dae119b7" providerId="ADAL" clId="{5B748AC7-C77E-493C-A77B-D94156955FEA}" dt="2026-09-01T09:46:26.821" v="807" actId="1076"/>
          <ac:spMkLst>
            <pc:docMk/>
            <pc:sldMk cId="1526945579" sldId="256"/>
            <ac:spMk id="21" creationId="{D0D529A5-C989-F0CB-B608-D4D6A603BA32}"/>
          </ac:spMkLst>
        </pc:spChg>
        <pc:spChg chg="del mod">
          <ac:chgData name="ZUDRELL-KOCH Stefan" userId="e9a6a590-508e-40e7-9af9-9f85dae119b7" providerId="ADAL" clId="{5B748AC7-C77E-493C-A77B-D94156955FEA}" dt="2026-08-27T14:39:10.140" v="283" actId="478"/>
          <ac:spMkLst>
            <pc:docMk/>
            <pc:sldMk cId="1526945579" sldId="256"/>
            <ac:spMk id="22" creationId="{5F51A548-4252-0FE3-4593-B7B0F232F00F}"/>
          </ac:spMkLst>
        </pc:spChg>
        <pc:spChg chg="del mod">
          <ac:chgData name="ZUDRELL-KOCH Stefan" userId="e9a6a590-508e-40e7-9af9-9f85dae119b7" providerId="ADAL" clId="{5B748AC7-C77E-493C-A77B-D94156955FEA}" dt="2026-08-27T14:39:08.128" v="282" actId="478"/>
          <ac:spMkLst>
            <pc:docMk/>
            <pc:sldMk cId="1526945579" sldId="256"/>
            <ac:spMk id="23" creationId="{5B734738-11B3-5AE6-FFC2-457666F6EC7D}"/>
          </ac:spMkLst>
        </pc:spChg>
        <pc:spChg chg="mod">
          <ac:chgData name="ZUDRELL-KOCH Stefan" userId="e9a6a590-508e-40e7-9af9-9f85dae119b7" providerId="ADAL" clId="{5B748AC7-C77E-493C-A77B-D94156955FEA}" dt="2026-09-01T14:29:40.459" v="1209" actId="571"/>
          <ac:spMkLst>
            <pc:docMk/>
            <pc:sldMk cId="1526945579" sldId="256"/>
            <ac:spMk id="26" creationId="{7EF64745-6805-87F6-EA53-328B4E3AA9CE}"/>
          </ac:spMkLst>
        </pc:spChg>
        <pc:spChg chg="add mod">
          <ac:chgData name="ZUDRELL-KOCH Stefan" userId="e9a6a590-508e-40e7-9af9-9f85dae119b7" providerId="ADAL" clId="{5B748AC7-C77E-493C-A77B-D94156955FEA}" dt="2026-09-01T14:29:51.683" v="1216" actId="1076"/>
          <ac:spMkLst>
            <pc:docMk/>
            <pc:sldMk cId="1526945579" sldId="256"/>
            <ac:spMk id="28" creationId="{1CB3EC0F-6C6C-2C78-B1D1-A58E6828C700}"/>
          </ac:spMkLst>
        </pc:spChg>
        <pc:spChg chg="add mod">
          <ac:chgData name="ZUDRELL-KOCH Stefan" userId="e9a6a590-508e-40e7-9af9-9f85dae119b7" providerId="ADAL" clId="{5B748AC7-C77E-493C-A77B-D94156955FEA}" dt="2026-09-01T14:29:53.592" v="1217" actId="571"/>
          <ac:spMkLst>
            <pc:docMk/>
            <pc:sldMk cId="1526945579" sldId="256"/>
            <ac:spMk id="29" creationId="{75EBBC3B-6ABC-EC0B-A7CB-49E6240EE235}"/>
          </ac:spMkLst>
        </pc:spChg>
        <pc:spChg chg="mod">
          <ac:chgData name="ZUDRELL-KOCH Stefan" userId="e9a6a590-508e-40e7-9af9-9f85dae119b7" providerId="ADAL" clId="{5B748AC7-C77E-493C-A77B-D94156955FEA}" dt="2026-09-01T09:28:46.408" v="528" actId="1076"/>
          <ac:spMkLst>
            <pc:docMk/>
            <pc:sldMk cId="1526945579" sldId="256"/>
            <ac:spMk id="30" creationId="{23D893D3-DC4C-EF4A-2109-432A7C1EEFC5}"/>
          </ac:spMkLst>
        </pc:spChg>
        <pc:spChg chg="add mod">
          <ac:chgData name="ZUDRELL-KOCH Stefan" userId="e9a6a590-508e-40e7-9af9-9f85dae119b7" providerId="ADAL" clId="{5B748AC7-C77E-493C-A77B-D94156955FEA}" dt="2026-09-01T09:52:57.409" v="947" actId="1076"/>
          <ac:spMkLst>
            <pc:docMk/>
            <pc:sldMk cId="1526945579" sldId="256"/>
            <ac:spMk id="31" creationId="{FC5623A0-9B78-1B6A-0C41-CA0E4C82E095}"/>
          </ac:spMkLst>
        </pc:spChg>
        <pc:spChg chg="add mod">
          <ac:chgData name="ZUDRELL-KOCH Stefan" userId="e9a6a590-508e-40e7-9af9-9f85dae119b7" providerId="ADAL" clId="{5B748AC7-C77E-493C-A77B-D94156955FEA}" dt="2026-09-01T09:52:57.409" v="947" actId="1076"/>
          <ac:spMkLst>
            <pc:docMk/>
            <pc:sldMk cId="1526945579" sldId="256"/>
            <ac:spMk id="32" creationId="{57C58E40-ADB3-A4BE-9FBB-AF8D872A8A68}"/>
          </ac:spMkLst>
        </pc:spChg>
        <pc:spChg chg="mod">
          <ac:chgData name="ZUDRELL-KOCH Stefan" userId="e9a6a590-508e-40e7-9af9-9f85dae119b7" providerId="ADAL" clId="{5B748AC7-C77E-493C-A77B-D94156955FEA}" dt="2026-09-01T14:34:53.081" v="1287" actId="1076"/>
          <ac:spMkLst>
            <pc:docMk/>
            <pc:sldMk cId="1526945579" sldId="256"/>
            <ac:spMk id="33" creationId="{4DEBECE7-20C8-2CC5-D84B-6E299FC5B663}"/>
          </ac:spMkLst>
        </pc:spChg>
        <pc:spChg chg="del mod">
          <ac:chgData name="ZUDRELL-KOCH Stefan" userId="e9a6a590-508e-40e7-9af9-9f85dae119b7" providerId="ADAL" clId="{5B748AC7-C77E-493C-A77B-D94156955FEA}" dt="2026-09-01T09:58:07.388" v="1058" actId="478"/>
          <ac:spMkLst>
            <pc:docMk/>
            <pc:sldMk cId="1526945579" sldId="256"/>
            <ac:spMk id="34" creationId="{46CFCCC2-FDDC-D145-603F-81ED8B3ECE00}"/>
          </ac:spMkLst>
        </pc:spChg>
        <pc:spChg chg="mod">
          <ac:chgData name="ZUDRELL-KOCH Stefan" userId="e9a6a590-508e-40e7-9af9-9f85dae119b7" providerId="ADAL" clId="{5B748AC7-C77E-493C-A77B-D94156955FEA}" dt="2026-09-01T10:01:46.367" v="1156" actId="113"/>
          <ac:spMkLst>
            <pc:docMk/>
            <pc:sldMk cId="1526945579" sldId="256"/>
            <ac:spMk id="35" creationId="{15CF585A-6DF0-8587-689F-C03A67509053}"/>
          </ac:spMkLst>
        </pc:spChg>
        <pc:spChg chg="mod">
          <ac:chgData name="ZUDRELL-KOCH Stefan" userId="e9a6a590-508e-40e7-9af9-9f85dae119b7" providerId="ADAL" clId="{5B748AC7-C77E-493C-A77B-D94156955FEA}" dt="2026-09-01T09:55:45.230" v="1009" actId="1076"/>
          <ac:spMkLst>
            <pc:docMk/>
            <pc:sldMk cId="1526945579" sldId="256"/>
            <ac:spMk id="36" creationId="{BA89C700-0B5E-57A6-E534-D3DA8C34A7C5}"/>
          </ac:spMkLst>
        </pc:spChg>
        <pc:spChg chg="add mod">
          <ac:chgData name="ZUDRELL-KOCH Stefan" userId="e9a6a590-508e-40e7-9af9-9f85dae119b7" providerId="ADAL" clId="{5B748AC7-C77E-493C-A77B-D94156955FEA}" dt="2026-09-01T09:25:13.624" v="404" actId="1076"/>
          <ac:spMkLst>
            <pc:docMk/>
            <pc:sldMk cId="1526945579" sldId="256"/>
            <ac:spMk id="38" creationId="{92A8C53C-28DB-AD07-F060-3C788A6E875B}"/>
          </ac:spMkLst>
        </pc:spChg>
        <pc:spChg chg="add mod">
          <ac:chgData name="ZUDRELL-KOCH Stefan" userId="e9a6a590-508e-40e7-9af9-9f85dae119b7" providerId="ADAL" clId="{5B748AC7-C77E-493C-A77B-D94156955FEA}" dt="2026-09-01T09:25:25.906" v="428" actId="20577"/>
          <ac:spMkLst>
            <pc:docMk/>
            <pc:sldMk cId="1526945579" sldId="256"/>
            <ac:spMk id="39" creationId="{1D0D833D-BFFB-6F15-948A-7E516EBC43EC}"/>
          </ac:spMkLst>
        </pc:spChg>
        <pc:spChg chg="add mod">
          <ac:chgData name="ZUDRELL-KOCH Stefan" userId="e9a6a590-508e-40e7-9af9-9f85dae119b7" providerId="ADAL" clId="{5B748AC7-C77E-493C-A77B-D94156955FEA}" dt="2026-09-01T10:01:54.264" v="1157" actId="113"/>
          <ac:spMkLst>
            <pc:docMk/>
            <pc:sldMk cId="1526945579" sldId="256"/>
            <ac:spMk id="41" creationId="{0FA5F027-748F-934C-02EF-167BFBBA112F}"/>
          </ac:spMkLst>
        </pc:spChg>
        <pc:spChg chg="del mod">
          <ac:chgData name="ZUDRELL-KOCH Stefan" userId="e9a6a590-508e-40e7-9af9-9f85dae119b7" providerId="ADAL" clId="{5B748AC7-C77E-493C-A77B-D94156955FEA}" dt="2026-08-27T14:52:51.571" v="386" actId="478"/>
          <ac:spMkLst>
            <pc:docMk/>
            <pc:sldMk cId="1526945579" sldId="256"/>
            <ac:spMk id="43" creationId="{62AABF83-EF81-8A49-295F-54107D706555}"/>
          </ac:spMkLst>
        </pc:spChg>
        <pc:spChg chg="del mod">
          <ac:chgData name="ZUDRELL-KOCH Stefan" userId="e9a6a590-508e-40e7-9af9-9f85dae119b7" providerId="ADAL" clId="{5B748AC7-C77E-493C-A77B-D94156955FEA}" dt="2026-08-27T14:52:51.571" v="386" actId="478"/>
          <ac:spMkLst>
            <pc:docMk/>
            <pc:sldMk cId="1526945579" sldId="256"/>
            <ac:spMk id="46" creationId="{267F1607-9B14-E969-A6DD-42A52F9E0B5F}"/>
          </ac:spMkLst>
        </pc:spChg>
        <pc:spChg chg="add mod">
          <ac:chgData name="ZUDRELL-KOCH Stefan" userId="e9a6a590-508e-40e7-9af9-9f85dae119b7" providerId="ADAL" clId="{5B748AC7-C77E-493C-A77B-D94156955FEA}" dt="2026-09-01T14:32:41.997" v="1257" actId="571"/>
          <ac:spMkLst>
            <pc:docMk/>
            <pc:sldMk cId="1526945579" sldId="256"/>
            <ac:spMk id="46" creationId="{A90FD8F7-23C7-F274-8265-C1B93F705917}"/>
          </ac:spMkLst>
        </pc:spChg>
        <pc:spChg chg="add mod">
          <ac:chgData name="ZUDRELL-KOCH Stefan" userId="e9a6a590-508e-40e7-9af9-9f85dae119b7" providerId="ADAL" clId="{5B748AC7-C77E-493C-A77B-D94156955FEA}" dt="2026-09-01T14:32:46.129" v="1258" actId="571"/>
          <ac:spMkLst>
            <pc:docMk/>
            <pc:sldMk cId="1526945579" sldId="256"/>
            <ac:spMk id="47" creationId="{256E8BA5-967E-5CF1-111F-2B84EA8D9B95}"/>
          </ac:spMkLst>
        </pc:spChg>
        <pc:spChg chg="del mod">
          <ac:chgData name="ZUDRELL-KOCH Stefan" userId="e9a6a590-508e-40e7-9af9-9f85dae119b7" providerId="ADAL" clId="{5B748AC7-C77E-493C-A77B-D94156955FEA}" dt="2026-08-27T14:52:51.571" v="386" actId="478"/>
          <ac:spMkLst>
            <pc:docMk/>
            <pc:sldMk cId="1526945579" sldId="256"/>
            <ac:spMk id="48" creationId="{B766E283-B80B-74F2-866F-8DAC22523B09}"/>
          </ac:spMkLst>
        </pc:spChg>
        <pc:spChg chg="add mod">
          <ac:chgData name="ZUDRELL-KOCH Stefan" userId="e9a6a590-508e-40e7-9af9-9f85dae119b7" providerId="ADAL" clId="{5B748AC7-C77E-493C-A77B-D94156955FEA}" dt="2026-09-01T14:33:02.067" v="1260" actId="1076"/>
          <ac:spMkLst>
            <pc:docMk/>
            <pc:sldMk cId="1526945579" sldId="256"/>
            <ac:spMk id="48" creationId="{F13EA528-4012-D736-F9F0-861D83B9A641}"/>
          </ac:spMkLst>
        </pc:spChg>
        <pc:spChg chg="add mod">
          <ac:chgData name="ZUDRELL-KOCH Stefan" userId="e9a6a590-508e-40e7-9af9-9f85dae119b7" providerId="ADAL" clId="{5B748AC7-C77E-493C-A77B-D94156955FEA}" dt="2026-09-01T14:33:14.816" v="1263" actId="1076"/>
          <ac:spMkLst>
            <pc:docMk/>
            <pc:sldMk cId="1526945579" sldId="256"/>
            <ac:spMk id="49" creationId="{18A8CD56-8E61-3891-D9FA-BAAB8CACEAAE}"/>
          </ac:spMkLst>
        </pc:spChg>
        <pc:spChg chg="del mod">
          <ac:chgData name="ZUDRELL-KOCH Stefan" userId="e9a6a590-508e-40e7-9af9-9f85dae119b7" providerId="ADAL" clId="{5B748AC7-C77E-493C-A77B-D94156955FEA}" dt="2026-09-01T10:00:04.888" v="1106" actId="478"/>
          <ac:spMkLst>
            <pc:docMk/>
            <pc:sldMk cId="1526945579" sldId="256"/>
            <ac:spMk id="49" creationId="{8D0CB963-DFB4-1B92-5FF5-95DBF3C839D6}"/>
          </ac:spMkLst>
        </pc:spChg>
        <pc:spChg chg="mod">
          <ac:chgData name="ZUDRELL-KOCH Stefan" userId="e9a6a590-508e-40e7-9af9-9f85dae119b7" providerId="ADAL" clId="{5B748AC7-C77E-493C-A77B-D94156955FEA}" dt="2026-09-01T14:34:11.423" v="1285" actId="20577"/>
          <ac:spMkLst>
            <pc:docMk/>
            <pc:sldMk cId="1526945579" sldId="256"/>
            <ac:spMk id="51" creationId="{8221E7A9-895B-37EE-A12D-68AE1F6BE54D}"/>
          </ac:spMkLst>
        </pc:spChg>
        <pc:spChg chg="add mod">
          <ac:chgData name="ZUDRELL-KOCH Stefan" userId="e9a6a590-508e-40e7-9af9-9f85dae119b7" providerId="ADAL" clId="{5B748AC7-C77E-493C-A77B-D94156955FEA}" dt="2026-09-01T14:33:17.226" v="1264" actId="571"/>
          <ac:spMkLst>
            <pc:docMk/>
            <pc:sldMk cId="1526945579" sldId="256"/>
            <ac:spMk id="52" creationId="{5A7039C9-0882-605A-B4AE-EB6DFC2358E1}"/>
          </ac:spMkLst>
        </pc:spChg>
        <pc:spChg chg="del mod">
          <ac:chgData name="ZUDRELL-KOCH Stefan" userId="e9a6a590-508e-40e7-9af9-9f85dae119b7" providerId="ADAL" clId="{5B748AC7-C77E-493C-A77B-D94156955FEA}" dt="2026-08-27T14:53:08.456" v="390" actId="478"/>
          <ac:spMkLst>
            <pc:docMk/>
            <pc:sldMk cId="1526945579" sldId="256"/>
            <ac:spMk id="55" creationId="{767D7E9F-9A7B-A11B-8CCB-F2781EEE00F7}"/>
          </ac:spMkLst>
        </pc:spChg>
        <pc:spChg chg="mod">
          <ac:chgData name="ZUDRELL-KOCH Stefan" userId="e9a6a590-508e-40e7-9af9-9f85dae119b7" providerId="ADAL" clId="{5B748AC7-C77E-493C-A77B-D94156955FEA}" dt="2026-09-01T14:34:09.326" v="1284" actId="1076"/>
          <ac:spMkLst>
            <pc:docMk/>
            <pc:sldMk cId="1526945579" sldId="256"/>
            <ac:spMk id="59" creationId="{D1542A84-D436-5394-91AE-840E5A7A6EFE}"/>
          </ac:spMkLst>
        </pc:spChg>
        <pc:spChg chg="add mod">
          <ac:chgData name="ZUDRELL-KOCH Stefan" userId="e9a6a590-508e-40e7-9af9-9f85dae119b7" providerId="ADAL" clId="{5B748AC7-C77E-493C-A77B-D94156955FEA}" dt="2026-09-01T14:33:36.033" v="1267" actId="571"/>
          <ac:spMkLst>
            <pc:docMk/>
            <pc:sldMk cId="1526945579" sldId="256"/>
            <ac:spMk id="63" creationId="{E27808B4-A783-F139-E62C-7B95E27EA287}"/>
          </ac:spMkLst>
        </pc:spChg>
        <pc:spChg chg="del mod">
          <ac:chgData name="ZUDRELL-KOCH Stefan" userId="e9a6a590-508e-40e7-9af9-9f85dae119b7" providerId="ADAL" clId="{5B748AC7-C77E-493C-A77B-D94156955FEA}" dt="2026-09-01T09:58:03.064" v="1056" actId="478"/>
          <ac:spMkLst>
            <pc:docMk/>
            <pc:sldMk cId="1526945579" sldId="256"/>
            <ac:spMk id="64" creationId="{167EAB59-4F2B-8C91-D6CF-5BC86DD1DCAC}"/>
          </ac:spMkLst>
        </pc:spChg>
        <pc:spChg chg="del mod">
          <ac:chgData name="ZUDRELL-KOCH Stefan" userId="e9a6a590-508e-40e7-9af9-9f85dae119b7" providerId="ADAL" clId="{5B748AC7-C77E-493C-A77B-D94156955FEA}" dt="2026-09-01T09:58:05.393" v="1057" actId="478"/>
          <ac:spMkLst>
            <pc:docMk/>
            <pc:sldMk cId="1526945579" sldId="256"/>
            <ac:spMk id="65" creationId="{26AC6292-684D-C66B-876B-F90B4CDF3C05}"/>
          </ac:spMkLst>
        </pc:spChg>
        <pc:spChg chg="del mod">
          <ac:chgData name="ZUDRELL-KOCH Stefan" userId="e9a6a590-508e-40e7-9af9-9f85dae119b7" providerId="ADAL" clId="{5B748AC7-C77E-493C-A77B-D94156955FEA}" dt="2026-08-27T14:53:08.456" v="390" actId="478"/>
          <ac:spMkLst>
            <pc:docMk/>
            <pc:sldMk cId="1526945579" sldId="256"/>
            <ac:spMk id="66" creationId="{067A1D9C-7426-D9E3-0CE9-50882FDBA0D7}"/>
          </ac:spMkLst>
        </pc:spChg>
        <pc:spChg chg="add mod">
          <ac:chgData name="ZUDRELL-KOCH Stefan" userId="e9a6a590-508e-40e7-9af9-9f85dae119b7" providerId="ADAL" clId="{5B748AC7-C77E-493C-A77B-D94156955FEA}" dt="2026-09-01T14:33:53.066" v="1272" actId="571"/>
          <ac:spMkLst>
            <pc:docMk/>
            <pc:sldMk cId="1526945579" sldId="256"/>
            <ac:spMk id="66" creationId="{922BAA85-67C9-F6B7-8475-C7F85D8B40B4}"/>
          </ac:spMkLst>
        </pc:spChg>
        <pc:spChg chg="add mod">
          <ac:chgData name="ZUDRELL-KOCH Stefan" userId="e9a6a590-508e-40e7-9af9-9f85dae119b7" providerId="ADAL" clId="{5B748AC7-C77E-493C-A77B-D94156955FEA}" dt="2026-09-01T14:33:55.219" v="1273" actId="571"/>
          <ac:spMkLst>
            <pc:docMk/>
            <pc:sldMk cId="1526945579" sldId="256"/>
            <ac:spMk id="67" creationId="{1854BEED-1958-F1F5-1703-EEA8EC686C1C}"/>
          </ac:spMkLst>
        </pc:spChg>
        <pc:spChg chg="del mod">
          <ac:chgData name="ZUDRELL-KOCH Stefan" userId="e9a6a590-508e-40e7-9af9-9f85dae119b7" providerId="ADAL" clId="{5B748AC7-C77E-493C-A77B-D94156955FEA}" dt="2026-08-27T14:53:02.348" v="389" actId="478"/>
          <ac:spMkLst>
            <pc:docMk/>
            <pc:sldMk cId="1526945579" sldId="256"/>
            <ac:spMk id="67" creationId="{F06E2BDB-BA20-9261-2458-1EF537F7B142}"/>
          </ac:spMkLst>
        </pc:spChg>
        <pc:spChg chg="del mod">
          <ac:chgData name="ZUDRELL-KOCH Stefan" userId="e9a6a590-508e-40e7-9af9-9f85dae119b7" providerId="ADAL" clId="{5B748AC7-C77E-493C-A77B-D94156955FEA}" dt="2026-08-27T14:53:08.456" v="390" actId="478"/>
          <ac:spMkLst>
            <pc:docMk/>
            <pc:sldMk cId="1526945579" sldId="256"/>
            <ac:spMk id="68" creationId="{EDB9569E-D413-78B6-876D-BE4426DFA37F}"/>
          </ac:spMkLst>
        </pc:spChg>
        <pc:spChg chg="mod">
          <ac:chgData name="ZUDRELL-KOCH Stefan" userId="e9a6a590-508e-40e7-9af9-9f85dae119b7" providerId="ADAL" clId="{5B748AC7-C77E-493C-A77B-D94156955FEA}" dt="2026-09-01T09:38:49.033" v="577" actId="20577"/>
          <ac:spMkLst>
            <pc:docMk/>
            <pc:sldMk cId="1526945579" sldId="256"/>
            <ac:spMk id="73" creationId="{4FEC6D4C-92F4-E406-915F-5437EA3B674A}"/>
          </ac:spMkLst>
        </pc:spChg>
        <pc:spChg chg="del mod">
          <ac:chgData name="ZUDRELL-KOCH Stefan" userId="e9a6a590-508e-40e7-9af9-9f85dae119b7" providerId="ADAL" clId="{5B748AC7-C77E-493C-A77B-D94156955FEA}" dt="2026-09-01T09:58:05.393" v="1057" actId="478"/>
          <ac:spMkLst>
            <pc:docMk/>
            <pc:sldMk cId="1526945579" sldId="256"/>
            <ac:spMk id="74" creationId="{58A702B1-4660-18BA-CFDC-8DC5D5ADC844}"/>
          </ac:spMkLst>
        </pc:spChg>
        <pc:spChg chg="del mod">
          <ac:chgData name="ZUDRELL-KOCH Stefan" userId="e9a6a590-508e-40e7-9af9-9f85dae119b7" providerId="ADAL" clId="{5B748AC7-C77E-493C-A77B-D94156955FEA}" dt="2026-09-01T09:58:10.871" v="1059" actId="478"/>
          <ac:spMkLst>
            <pc:docMk/>
            <pc:sldMk cId="1526945579" sldId="256"/>
            <ac:spMk id="75" creationId="{88C42338-6392-F02B-3AD0-B691DB9F1A41}"/>
          </ac:spMkLst>
        </pc:spChg>
        <pc:spChg chg="del mod">
          <ac:chgData name="ZUDRELL-KOCH Stefan" userId="e9a6a590-508e-40e7-9af9-9f85dae119b7" providerId="ADAL" clId="{5B748AC7-C77E-493C-A77B-D94156955FEA}" dt="2026-09-01T09:58:10.871" v="1059" actId="478"/>
          <ac:spMkLst>
            <pc:docMk/>
            <pc:sldMk cId="1526945579" sldId="256"/>
            <ac:spMk id="76" creationId="{E7DD2BF3-8E86-0E57-EA8E-078C735A47D8}"/>
          </ac:spMkLst>
        </pc:spChg>
        <pc:spChg chg="del mod">
          <ac:chgData name="ZUDRELL-KOCH Stefan" userId="e9a6a590-508e-40e7-9af9-9f85dae119b7" providerId="ADAL" clId="{5B748AC7-C77E-493C-A77B-D94156955FEA}" dt="2026-08-27T14:39:08.128" v="282" actId="478"/>
          <ac:spMkLst>
            <pc:docMk/>
            <pc:sldMk cId="1526945579" sldId="256"/>
            <ac:spMk id="91" creationId="{CEDC11C3-0E43-75CA-270B-B1DB8CE2BD06}"/>
          </ac:spMkLst>
        </pc:spChg>
        <pc:spChg chg="del mod">
          <ac:chgData name="ZUDRELL-KOCH Stefan" userId="e9a6a590-508e-40e7-9af9-9f85dae119b7" providerId="ADAL" clId="{5B748AC7-C77E-493C-A77B-D94156955FEA}" dt="2026-09-01T09:58:05.393" v="1057" actId="478"/>
          <ac:spMkLst>
            <pc:docMk/>
            <pc:sldMk cId="1526945579" sldId="256"/>
            <ac:spMk id="93" creationId="{869BA8CE-B6F5-9895-A48A-FA837E0D0F73}"/>
          </ac:spMkLst>
        </pc:spChg>
        <pc:spChg chg="add mod">
          <ac:chgData name="ZUDRELL-KOCH Stefan" userId="e9a6a590-508e-40e7-9af9-9f85dae119b7" providerId="ADAL" clId="{5B748AC7-C77E-493C-A77B-D94156955FEA}" dt="2026-09-01T09:26:27.230" v="484" actId="1076"/>
          <ac:spMkLst>
            <pc:docMk/>
            <pc:sldMk cId="1526945579" sldId="256"/>
            <ac:spMk id="97" creationId="{8A900230-7247-E5BD-C099-BD1C02E8D36F}"/>
          </ac:spMkLst>
        </pc:spChg>
        <pc:spChg chg="del mod">
          <ac:chgData name="ZUDRELL-KOCH Stefan" userId="e9a6a590-508e-40e7-9af9-9f85dae119b7" providerId="ADAL" clId="{5B748AC7-C77E-493C-A77B-D94156955FEA}" dt="2026-09-01T09:58:05.393" v="1057" actId="478"/>
          <ac:spMkLst>
            <pc:docMk/>
            <pc:sldMk cId="1526945579" sldId="256"/>
            <ac:spMk id="98" creationId="{152C7812-4B19-E54B-F060-63548D481FB8}"/>
          </ac:spMkLst>
        </pc:spChg>
        <pc:spChg chg="del mod">
          <ac:chgData name="ZUDRELL-KOCH Stefan" userId="e9a6a590-508e-40e7-9af9-9f85dae119b7" providerId="ADAL" clId="{5B748AC7-C77E-493C-A77B-D94156955FEA}" dt="2026-08-27T14:53:08.456" v="390" actId="478"/>
          <ac:spMkLst>
            <pc:docMk/>
            <pc:sldMk cId="1526945579" sldId="256"/>
            <ac:spMk id="99" creationId="{FB86073F-EBA0-634A-CF81-1DE4F06C4875}"/>
          </ac:spMkLst>
        </pc:spChg>
        <pc:spChg chg="add mod">
          <ac:chgData name="ZUDRELL-KOCH Stefan" userId="e9a6a590-508e-40e7-9af9-9f85dae119b7" providerId="ADAL" clId="{5B748AC7-C77E-493C-A77B-D94156955FEA}" dt="2026-09-01T09:26:27.230" v="484" actId="1076"/>
          <ac:spMkLst>
            <pc:docMk/>
            <pc:sldMk cId="1526945579" sldId="256"/>
            <ac:spMk id="100" creationId="{7A1B9A3D-2BAA-A98C-1048-B0FD03F021FC}"/>
          </ac:spMkLst>
        </pc:spChg>
        <pc:spChg chg="del mod">
          <ac:chgData name="ZUDRELL-KOCH Stefan" userId="e9a6a590-508e-40e7-9af9-9f85dae119b7" providerId="ADAL" clId="{5B748AC7-C77E-493C-A77B-D94156955FEA}" dt="2026-09-01T09:58:05.393" v="1057" actId="478"/>
          <ac:spMkLst>
            <pc:docMk/>
            <pc:sldMk cId="1526945579" sldId="256"/>
            <ac:spMk id="101" creationId="{BDD005FE-FEF2-8673-D974-3CB4F2A8CEB2}"/>
          </ac:spMkLst>
        </pc:spChg>
        <pc:spChg chg="mod">
          <ac:chgData name="ZUDRELL-KOCH Stefan" userId="e9a6a590-508e-40e7-9af9-9f85dae119b7" providerId="ADAL" clId="{5B748AC7-C77E-493C-A77B-D94156955FEA}" dt="2026-09-01T09:25:31.885" v="433" actId="20577"/>
          <ac:spMkLst>
            <pc:docMk/>
            <pc:sldMk cId="1526945579" sldId="256"/>
            <ac:spMk id="102" creationId="{E7854E2F-AE2D-8AD9-C47E-459DC87B2E33}"/>
          </ac:spMkLst>
        </pc:spChg>
        <pc:spChg chg="mod">
          <ac:chgData name="ZUDRELL-KOCH Stefan" userId="e9a6a590-508e-40e7-9af9-9f85dae119b7" providerId="ADAL" clId="{5B748AC7-C77E-493C-A77B-D94156955FEA}" dt="2026-09-01T09:52:57.409" v="947" actId="1076"/>
          <ac:spMkLst>
            <pc:docMk/>
            <pc:sldMk cId="1526945579" sldId="256"/>
            <ac:spMk id="107" creationId="{BACA2EAE-ACF8-7501-CF71-D06BDB92CD4D}"/>
          </ac:spMkLst>
        </pc:spChg>
        <pc:spChg chg="mod">
          <ac:chgData name="ZUDRELL-KOCH Stefan" userId="e9a6a590-508e-40e7-9af9-9f85dae119b7" providerId="ADAL" clId="{5B748AC7-C77E-493C-A77B-D94156955FEA}" dt="2026-09-01T09:52:57.409" v="947" actId="1076"/>
          <ac:spMkLst>
            <pc:docMk/>
            <pc:sldMk cId="1526945579" sldId="256"/>
            <ac:spMk id="108" creationId="{ADE38DDF-E4A5-55F4-0DB0-8FC787804967}"/>
          </ac:spMkLst>
        </pc:spChg>
        <pc:spChg chg="mod">
          <ac:chgData name="ZUDRELL-KOCH Stefan" userId="e9a6a590-508e-40e7-9af9-9f85dae119b7" providerId="ADAL" clId="{5B748AC7-C77E-493C-A77B-D94156955FEA}" dt="2026-09-01T09:52:57.409" v="947" actId="1076"/>
          <ac:spMkLst>
            <pc:docMk/>
            <pc:sldMk cId="1526945579" sldId="256"/>
            <ac:spMk id="109" creationId="{5709DDC7-2D8F-13F2-B797-1AB07DB4E8D8}"/>
          </ac:spMkLst>
        </pc:spChg>
        <pc:spChg chg="mod">
          <ac:chgData name="ZUDRELL-KOCH Stefan" userId="e9a6a590-508e-40e7-9af9-9f85dae119b7" providerId="ADAL" clId="{5B748AC7-C77E-493C-A77B-D94156955FEA}" dt="2026-09-01T14:32:00.897" v="1255" actId="1076"/>
          <ac:spMkLst>
            <pc:docMk/>
            <pc:sldMk cId="1526945579" sldId="256"/>
            <ac:spMk id="110" creationId="{52AD175E-7352-A9A8-067F-2A51484BDF3E}"/>
          </ac:spMkLst>
        </pc:spChg>
        <pc:spChg chg="mod">
          <ac:chgData name="ZUDRELL-KOCH Stefan" userId="e9a6a590-508e-40e7-9af9-9f85dae119b7" providerId="ADAL" clId="{5B748AC7-C77E-493C-A77B-D94156955FEA}" dt="2026-09-01T09:52:57.409" v="947" actId="1076"/>
          <ac:spMkLst>
            <pc:docMk/>
            <pc:sldMk cId="1526945579" sldId="256"/>
            <ac:spMk id="111" creationId="{3A6A41E1-9DF6-C85D-1867-BF61BA2D9092}"/>
          </ac:spMkLst>
        </pc:spChg>
        <pc:spChg chg="mod">
          <ac:chgData name="ZUDRELL-KOCH Stefan" userId="e9a6a590-508e-40e7-9af9-9f85dae119b7" providerId="ADAL" clId="{5B748AC7-C77E-493C-A77B-D94156955FEA}" dt="2026-09-01T09:59:22.449" v="1088" actId="20577"/>
          <ac:spMkLst>
            <pc:docMk/>
            <pc:sldMk cId="1526945579" sldId="256"/>
            <ac:spMk id="112" creationId="{DF57D11C-3611-E9C0-FFEF-098F332D2A55}"/>
          </ac:spMkLst>
        </pc:spChg>
        <pc:spChg chg="mod">
          <ac:chgData name="ZUDRELL-KOCH Stefan" userId="e9a6a590-508e-40e7-9af9-9f85dae119b7" providerId="ADAL" clId="{5B748AC7-C77E-493C-A77B-D94156955FEA}" dt="2026-09-01T09:52:57.409" v="947" actId="1076"/>
          <ac:spMkLst>
            <pc:docMk/>
            <pc:sldMk cId="1526945579" sldId="256"/>
            <ac:spMk id="113" creationId="{E8F5E6A2-E360-028E-F276-753C062BAA94}"/>
          </ac:spMkLst>
        </pc:spChg>
        <pc:spChg chg="mod">
          <ac:chgData name="ZUDRELL-KOCH Stefan" userId="e9a6a590-508e-40e7-9af9-9f85dae119b7" providerId="ADAL" clId="{5B748AC7-C77E-493C-A77B-D94156955FEA}" dt="2026-09-01T09:53:49.455" v="959" actId="1076"/>
          <ac:spMkLst>
            <pc:docMk/>
            <pc:sldMk cId="1526945579" sldId="256"/>
            <ac:spMk id="114" creationId="{F9068A31-788B-1594-69A9-4B1E926924F9}"/>
          </ac:spMkLst>
        </pc:spChg>
        <pc:spChg chg="del">
          <ac:chgData name="ZUDRELL-KOCH Stefan" userId="e9a6a590-508e-40e7-9af9-9f85dae119b7" providerId="ADAL" clId="{5B748AC7-C77E-493C-A77B-D94156955FEA}" dt="2026-08-27T13:42:24.383" v="29" actId="478"/>
          <ac:spMkLst>
            <pc:docMk/>
            <pc:sldMk cId="1526945579" sldId="256"/>
            <ac:spMk id="115" creationId="{B4AA7F59-D9C8-E942-4180-064BC61CB80F}"/>
          </ac:spMkLst>
        </pc:spChg>
        <pc:spChg chg="del">
          <ac:chgData name="ZUDRELL-KOCH Stefan" userId="e9a6a590-508e-40e7-9af9-9f85dae119b7" providerId="ADAL" clId="{5B748AC7-C77E-493C-A77B-D94156955FEA}" dt="2026-08-27T13:42:24.383" v="29" actId="478"/>
          <ac:spMkLst>
            <pc:docMk/>
            <pc:sldMk cId="1526945579" sldId="256"/>
            <ac:spMk id="117" creationId="{653371E0-0C62-65B3-D577-499B916A9624}"/>
          </ac:spMkLst>
        </pc:spChg>
        <pc:spChg chg="mod">
          <ac:chgData name="ZUDRELL-KOCH Stefan" userId="e9a6a590-508e-40e7-9af9-9f85dae119b7" providerId="ADAL" clId="{5B748AC7-C77E-493C-A77B-D94156955FEA}" dt="2026-09-01T14:30:09.586" v="1225" actId="20577"/>
          <ac:spMkLst>
            <pc:docMk/>
            <pc:sldMk cId="1526945579" sldId="256"/>
            <ac:spMk id="118" creationId="{982007E9-2386-DC87-5A01-1A5A5D347C2C}"/>
          </ac:spMkLst>
        </pc:spChg>
        <pc:spChg chg="del">
          <ac:chgData name="ZUDRELL-KOCH Stefan" userId="e9a6a590-508e-40e7-9af9-9f85dae119b7" providerId="ADAL" clId="{5B748AC7-C77E-493C-A77B-D94156955FEA}" dt="2026-08-27T13:42:19.666" v="28" actId="478"/>
          <ac:spMkLst>
            <pc:docMk/>
            <pc:sldMk cId="1526945579" sldId="256"/>
            <ac:spMk id="119" creationId="{25799F16-5077-778D-F4CB-2FE35C7199E0}"/>
          </ac:spMkLst>
        </pc:spChg>
        <pc:spChg chg="del">
          <ac:chgData name="ZUDRELL-KOCH Stefan" userId="e9a6a590-508e-40e7-9af9-9f85dae119b7" providerId="ADAL" clId="{5B748AC7-C77E-493C-A77B-D94156955FEA}" dt="2026-08-27T13:42:13.246" v="27" actId="478"/>
          <ac:spMkLst>
            <pc:docMk/>
            <pc:sldMk cId="1526945579" sldId="256"/>
            <ac:spMk id="120" creationId="{56D63384-5B55-9829-FF3C-49C736FF6206}"/>
          </ac:spMkLst>
        </pc:spChg>
        <pc:spChg chg="del">
          <ac:chgData name="ZUDRELL-KOCH Stefan" userId="e9a6a590-508e-40e7-9af9-9f85dae119b7" providerId="ADAL" clId="{5B748AC7-C77E-493C-A77B-D94156955FEA}" dt="2026-08-27T13:42:13.246" v="27" actId="478"/>
          <ac:spMkLst>
            <pc:docMk/>
            <pc:sldMk cId="1526945579" sldId="256"/>
            <ac:spMk id="121" creationId="{C001FFCB-B44E-8F83-B317-0EEF632963A2}"/>
          </ac:spMkLst>
        </pc:spChg>
        <pc:spChg chg="add del mod">
          <ac:chgData name="ZUDRELL-KOCH Stefan" userId="e9a6a590-508e-40e7-9af9-9f85dae119b7" providerId="ADAL" clId="{5B748AC7-C77E-493C-A77B-D94156955FEA}" dt="2026-09-01T09:58:05.393" v="1057" actId="478"/>
          <ac:spMkLst>
            <pc:docMk/>
            <pc:sldMk cId="1526945579" sldId="256"/>
            <ac:spMk id="124" creationId="{879D02F1-1741-88D5-6D01-7BD6ED6A2B20}"/>
          </ac:spMkLst>
        </pc:spChg>
        <pc:spChg chg="del mod">
          <ac:chgData name="ZUDRELL-KOCH Stefan" userId="e9a6a590-508e-40e7-9af9-9f85dae119b7" providerId="ADAL" clId="{5B748AC7-C77E-493C-A77B-D94156955FEA}" dt="2026-09-01T09:58:07.388" v="1058" actId="478"/>
          <ac:spMkLst>
            <pc:docMk/>
            <pc:sldMk cId="1526945579" sldId="256"/>
            <ac:spMk id="130" creationId="{EA0BF51B-D117-768C-7906-3108647B201C}"/>
          </ac:spMkLst>
        </pc:spChg>
        <pc:spChg chg="del mod">
          <ac:chgData name="ZUDRELL-KOCH Stefan" userId="e9a6a590-508e-40e7-9af9-9f85dae119b7" providerId="ADAL" clId="{5B748AC7-C77E-493C-A77B-D94156955FEA}" dt="2026-09-01T09:59:11.261" v="1080" actId="478"/>
          <ac:spMkLst>
            <pc:docMk/>
            <pc:sldMk cId="1526945579" sldId="256"/>
            <ac:spMk id="131" creationId="{58C9E0E3-D97A-01AC-D367-B59D0357DE97}"/>
          </ac:spMkLst>
        </pc:spChg>
        <pc:spChg chg="del mod">
          <ac:chgData name="ZUDRELL-KOCH Stefan" userId="e9a6a590-508e-40e7-9af9-9f85dae119b7" providerId="ADAL" clId="{5B748AC7-C77E-493C-A77B-D94156955FEA}" dt="2026-09-01T09:58:03.064" v="1056" actId="478"/>
          <ac:spMkLst>
            <pc:docMk/>
            <pc:sldMk cId="1526945579" sldId="256"/>
            <ac:spMk id="132" creationId="{EDF32F30-C5C2-7444-3D34-E42A35432653}"/>
          </ac:spMkLst>
        </pc:spChg>
        <pc:spChg chg="del mod">
          <ac:chgData name="ZUDRELL-KOCH Stefan" userId="e9a6a590-508e-40e7-9af9-9f85dae119b7" providerId="ADAL" clId="{5B748AC7-C77E-493C-A77B-D94156955FEA}" dt="2026-08-27T14:39:08.128" v="282" actId="478"/>
          <ac:spMkLst>
            <pc:docMk/>
            <pc:sldMk cId="1526945579" sldId="256"/>
            <ac:spMk id="140" creationId="{6311B47F-61FA-3313-B52C-9D34A5431680}"/>
          </ac:spMkLst>
        </pc:spChg>
        <pc:spChg chg="del mod">
          <ac:chgData name="ZUDRELL-KOCH Stefan" userId="e9a6a590-508e-40e7-9af9-9f85dae119b7" providerId="ADAL" clId="{5B748AC7-C77E-493C-A77B-D94156955FEA}" dt="2026-08-27T14:39:08.128" v="282" actId="478"/>
          <ac:spMkLst>
            <pc:docMk/>
            <pc:sldMk cId="1526945579" sldId="256"/>
            <ac:spMk id="145" creationId="{D10B23A5-6174-BFC9-7C10-128FF65B6933}"/>
          </ac:spMkLst>
        </pc:spChg>
        <pc:spChg chg="del mod">
          <ac:chgData name="ZUDRELL-KOCH Stefan" userId="e9a6a590-508e-40e7-9af9-9f85dae119b7" providerId="ADAL" clId="{5B748AC7-C77E-493C-A77B-D94156955FEA}" dt="2026-09-01T14:30:45.636" v="1237" actId="478"/>
          <ac:spMkLst>
            <pc:docMk/>
            <pc:sldMk cId="1526945579" sldId="256"/>
            <ac:spMk id="147" creationId="{79D8DC6E-7FFB-0B85-4919-8D669E8F4A78}"/>
          </ac:spMkLst>
        </pc:spChg>
        <pc:spChg chg="del mod">
          <ac:chgData name="ZUDRELL-KOCH Stefan" userId="e9a6a590-508e-40e7-9af9-9f85dae119b7" providerId="ADAL" clId="{5B748AC7-C77E-493C-A77B-D94156955FEA}" dt="2026-09-01T09:58:10.871" v="1059" actId="478"/>
          <ac:spMkLst>
            <pc:docMk/>
            <pc:sldMk cId="1526945579" sldId="256"/>
            <ac:spMk id="149" creationId="{89032E49-BE16-A8F2-EC2A-086441549CFE}"/>
          </ac:spMkLst>
        </pc:spChg>
        <pc:spChg chg="del mod">
          <ac:chgData name="ZUDRELL-KOCH Stefan" userId="e9a6a590-508e-40e7-9af9-9f85dae119b7" providerId="ADAL" clId="{5B748AC7-C77E-493C-A77B-D94156955FEA}" dt="2026-09-01T09:58:05.393" v="1057" actId="478"/>
          <ac:spMkLst>
            <pc:docMk/>
            <pc:sldMk cId="1526945579" sldId="256"/>
            <ac:spMk id="150" creationId="{E7071F42-47E0-11B9-AEBC-7CFE920B6917}"/>
          </ac:spMkLst>
        </pc:spChg>
        <pc:spChg chg="del mod">
          <ac:chgData name="ZUDRELL-KOCH Stefan" userId="e9a6a590-508e-40e7-9af9-9f85dae119b7" providerId="ADAL" clId="{5B748AC7-C77E-493C-A77B-D94156955FEA}" dt="2026-08-27T14:53:08.456" v="390" actId="478"/>
          <ac:spMkLst>
            <pc:docMk/>
            <pc:sldMk cId="1526945579" sldId="256"/>
            <ac:spMk id="151" creationId="{92554E67-C76D-51D7-2AA2-85A953CA8DFE}"/>
          </ac:spMkLst>
        </pc:spChg>
        <pc:spChg chg="add del mod">
          <ac:chgData name="ZUDRELL-KOCH Stefan" userId="e9a6a590-508e-40e7-9af9-9f85dae119b7" providerId="ADAL" clId="{5B748AC7-C77E-493C-A77B-D94156955FEA}" dt="2026-09-01T09:58:15.217" v="1060" actId="478"/>
          <ac:spMkLst>
            <pc:docMk/>
            <pc:sldMk cId="1526945579" sldId="256"/>
            <ac:spMk id="152" creationId="{5DA56D3A-B608-1CE8-275A-29C75D400B02}"/>
          </ac:spMkLst>
        </pc:spChg>
        <pc:spChg chg="add del mod">
          <ac:chgData name="ZUDRELL-KOCH Stefan" userId="e9a6a590-508e-40e7-9af9-9f85dae119b7" providerId="ADAL" clId="{5B748AC7-C77E-493C-A77B-D94156955FEA}" dt="2026-09-01T09:58:07.388" v="1058" actId="478"/>
          <ac:spMkLst>
            <pc:docMk/>
            <pc:sldMk cId="1526945579" sldId="256"/>
            <ac:spMk id="155" creationId="{8E545848-9DB5-3BCF-108E-A963839CBECB}"/>
          </ac:spMkLst>
        </pc:spChg>
        <pc:spChg chg="add del mod">
          <ac:chgData name="ZUDRELL-KOCH Stefan" userId="e9a6a590-508e-40e7-9af9-9f85dae119b7" providerId="ADAL" clId="{5B748AC7-C77E-493C-A77B-D94156955FEA}" dt="2026-09-01T09:58:05.393" v="1057" actId="478"/>
          <ac:spMkLst>
            <pc:docMk/>
            <pc:sldMk cId="1526945579" sldId="256"/>
            <ac:spMk id="158" creationId="{89A2A4B7-8C79-8A58-0D7C-7FB37454FD9E}"/>
          </ac:spMkLst>
        </pc:spChg>
        <pc:spChg chg="add del mod">
          <ac:chgData name="ZUDRELL-KOCH Stefan" userId="e9a6a590-508e-40e7-9af9-9f85dae119b7" providerId="ADAL" clId="{5B748AC7-C77E-493C-A77B-D94156955FEA}" dt="2026-09-01T09:59:09.160" v="1079" actId="478"/>
          <ac:spMkLst>
            <pc:docMk/>
            <pc:sldMk cId="1526945579" sldId="256"/>
            <ac:spMk id="166" creationId="{F858F53C-A506-0826-4A38-25DCA0894535}"/>
          </ac:spMkLst>
        </pc:spChg>
        <pc:spChg chg="add del mod">
          <ac:chgData name="ZUDRELL-KOCH Stefan" userId="e9a6a590-508e-40e7-9af9-9f85dae119b7" providerId="ADAL" clId="{5B748AC7-C77E-493C-A77B-D94156955FEA}" dt="2026-09-01T09:58:03.064" v="1056" actId="478"/>
          <ac:spMkLst>
            <pc:docMk/>
            <pc:sldMk cId="1526945579" sldId="256"/>
            <ac:spMk id="172" creationId="{09E98CA2-A3EB-4AB2-1257-FFD242CC2E28}"/>
          </ac:spMkLst>
        </pc:spChg>
        <pc:spChg chg="add del mod">
          <ac:chgData name="ZUDRELL-KOCH Stefan" userId="e9a6a590-508e-40e7-9af9-9f85dae119b7" providerId="ADAL" clId="{5B748AC7-C77E-493C-A77B-D94156955FEA}" dt="2026-09-01T09:58:07.388" v="1058" actId="478"/>
          <ac:spMkLst>
            <pc:docMk/>
            <pc:sldMk cId="1526945579" sldId="256"/>
            <ac:spMk id="175" creationId="{19C95BC4-E190-9DAF-FC87-691FEB57C9F5}"/>
          </ac:spMkLst>
        </pc:spChg>
        <pc:spChg chg="add mod">
          <ac:chgData name="ZUDRELL-KOCH Stefan" userId="e9a6a590-508e-40e7-9af9-9f85dae119b7" providerId="ADAL" clId="{5B748AC7-C77E-493C-A77B-D94156955FEA}" dt="2026-09-01T09:25:39.876" v="436" actId="1076"/>
          <ac:spMkLst>
            <pc:docMk/>
            <pc:sldMk cId="1526945579" sldId="256"/>
            <ac:spMk id="176" creationId="{DF9ECD5C-6297-D648-28D3-DC71A0514482}"/>
          </ac:spMkLst>
        </pc:spChg>
        <pc:spChg chg="add mod ord">
          <ac:chgData name="ZUDRELL-KOCH Stefan" userId="e9a6a590-508e-40e7-9af9-9f85dae119b7" providerId="ADAL" clId="{5B748AC7-C77E-493C-A77B-D94156955FEA}" dt="2026-09-01T14:31:45.764" v="1238" actId="207"/>
          <ac:spMkLst>
            <pc:docMk/>
            <pc:sldMk cId="1526945579" sldId="256"/>
            <ac:spMk id="182" creationId="{7E436891-74E1-C57B-6AEB-03C426B3DFF5}"/>
          </ac:spMkLst>
        </pc:spChg>
        <pc:spChg chg="add mod">
          <ac:chgData name="ZUDRELL-KOCH Stefan" userId="e9a6a590-508e-40e7-9af9-9f85dae119b7" providerId="ADAL" clId="{5B748AC7-C77E-493C-A77B-D94156955FEA}" dt="2026-09-01T14:33:32.921" v="1266" actId="1076"/>
          <ac:spMkLst>
            <pc:docMk/>
            <pc:sldMk cId="1526945579" sldId="256"/>
            <ac:spMk id="188" creationId="{089CFF42-4389-B25E-3E29-5C1F38539775}"/>
          </ac:spMkLst>
        </pc:spChg>
        <pc:spChg chg="add mod">
          <ac:chgData name="ZUDRELL-KOCH Stefan" userId="e9a6a590-508e-40e7-9af9-9f85dae119b7" providerId="ADAL" clId="{5B748AC7-C77E-493C-A77B-D94156955FEA}" dt="2026-09-01T09:28:49.251" v="529" actId="571"/>
          <ac:spMkLst>
            <pc:docMk/>
            <pc:sldMk cId="1526945579" sldId="256"/>
            <ac:spMk id="192" creationId="{11C347CF-998C-6186-30D8-9004EAD09B07}"/>
          </ac:spMkLst>
        </pc:spChg>
        <pc:spChg chg="mod">
          <ac:chgData name="ZUDRELL-KOCH Stefan" userId="e9a6a590-508e-40e7-9af9-9f85dae119b7" providerId="ADAL" clId="{5B748AC7-C77E-493C-A77B-D94156955FEA}" dt="2026-09-01T09:29:48.499" v="541"/>
          <ac:spMkLst>
            <pc:docMk/>
            <pc:sldMk cId="1526945579" sldId="256"/>
            <ac:spMk id="205" creationId="{6D331D7F-E4AA-EFD9-9253-B5BBE19D7B94}"/>
          </ac:spMkLst>
        </pc:spChg>
        <pc:spChg chg="mod">
          <ac:chgData name="ZUDRELL-KOCH Stefan" userId="e9a6a590-508e-40e7-9af9-9f85dae119b7" providerId="ADAL" clId="{5B748AC7-C77E-493C-A77B-D94156955FEA}" dt="2026-09-01T09:29:48.499" v="541"/>
          <ac:spMkLst>
            <pc:docMk/>
            <pc:sldMk cId="1526945579" sldId="256"/>
            <ac:spMk id="206" creationId="{3289A103-1442-B88D-FB90-C00475AFF817}"/>
          </ac:spMkLst>
        </pc:spChg>
        <pc:spChg chg="mod">
          <ac:chgData name="ZUDRELL-KOCH Stefan" userId="e9a6a590-508e-40e7-9af9-9f85dae119b7" providerId="ADAL" clId="{5B748AC7-C77E-493C-A77B-D94156955FEA}" dt="2026-09-01T09:29:48.499" v="541"/>
          <ac:spMkLst>
            <pc:docMk/>
            <pc:sldMk cId="1526945579" sldId="256"/>
            <ac:spMk id="208" creationId="{A716B2B2-8ADE-5424-1525-0D3BD386304E}"/>
          </ac:spMkLst>
        </pc:spChg>
        <pc:spChg chg="mod">
          <ac:chgData name="ZUDRELL-KOCH Stefan" userId="e9a6a590-508e-40e7-9af9-9f85dae119b7" providerId="ADAL" clId="{5B748AC7-C77E-493C-A77B-D94156955FEA}" dt="2026-09-01T09:29:48.499" v="541"/>
          <ac:spMkLst>
            <pc:docMk/>
            <pc:sldMk cId="1526945579" sldId="256"/>
            <ac:spMk id="209" creationId="{06900412-DAEB-D0FA-7EC1-383FF952158B}"/>
          </ac:spMkLst>
        </pc:spChg>
        <pc:spChg chg="add mod">
          <ac:chgData name="ZUDRELL-KOCH Stefan" userId="e9a6a590-508e-40e7-9af9-9f85dae119b7" providerId="ADAL" clId="{5B748AC7-C77E-493C-A77B-D94156955FEA}" dt="2026-09-01T14:28:09.467" v="1184" actId="113"/>
          <ac:spMkLst>
            <pc:docMk/>
            <pc:sldMk cId="1526945579" sldId="256"/>
            <ac:spMk id="212" creationId="{81ED324D-8564-969C-53C2-8EDF2202674B}"/>
          </ac:spMkLst>
        </pc:spChg>
        <pc:spChg chg="add mod">
          <ac:chgData name="ZUDRELL-KOCH Stefan" userId="e9a6a590-508e-40e7-9af9-9f85dae119b7" providerId="ADAL" clId="{5B748AC7-C77E-493C-A77B-D94156955FEA}" dt="2026-09-01T10:00:47.246" v="1110" actId="113"/>
          <ac:spMkLst>
            <pc:docMk/>
            <pc:sldMk cId="1526945579" sldId="256"/>
            <ac:spMk id="213" creationId="{7B426E90-3803-D075-244A-18BD9C7DA869}"/>
          </ac:spMkLst>
        </pc:spChg>
        <pc:spChg chg="add del mod">
          <ac:chgData name="ZUDRELL-KOCH Stefan" userId="e9a6a590-508e-40e7-9af9-9f85dae119b7" providerId="ADAL" clId="{5B748AC7-C77E-493C-A77B-D94156955FEA}" dt="2026-09-01T09:48:38.959" v="845" actId="478"/>
          <ac:spMkLst>
            <pc:docMk/>
            <pc:sldMk cId="1526945579" sldId="256"/>
            <ac:spMk id="216" creationId="{1E0D25BF-9F82-0C8A-7EA7-6F9075E083E0}"/>
          </ac:spMkLst>
        </pc:spChg>
        <pc:spChg chg="add mod">
          <ac:chgData name="ZUDRELL-KOCH Stefan" userId="e9a6a590-508e-40e7-9af9-9f85dae119b7" providerId="ADAL" clId="{5B748AC7-C77E-493C-A77B-D94156955FEA}" dt="2026-09-01T09:40:18.821" v="637" actId="20577"/>
          <ac:spMkLst>
            <pc:docMk/>
            <pc:sldMk cId="1526945579" sldId="256"/>
            <ac:spMk id="219" creationId="{7399D808-CAAF-900B-2B47-C44921DF4BCF}"/>
          </ac:spMkLst>
        </pc:spChg>
        <pc:spChg chg="add mod">
          <ac:chgData name="ZUDRELL-KOCH Stefan" userId="e9a6a590-508e-40e7-9af9-9f85dae119b7" providerId="ADAL" clId="{5B748AC7-C77E-493C-A77B-D94156955FEA}" dt="2026-09-01T09:48:35.502" v="843" actId="1076"/>
          <ac:spMkLst>
            <pc:docMk/>
            <pc:sldMk cId="1526945579" sldId="256"/>
            <ac:spMk id="225" creationId="{E2FDB95B-44E9-BA6F-CB13-1613BFE77D10}"/>
          </ac:spMkLst>
        </pc:spChg>
        <pc:spChg chg="add mod">
          <ac:chgData name="ZUDRELL-KOCH Stefan" userId="e9a6a590-508e-40e7-9af9-9f85dae119b7" providerId="ADAL" clId="{5B748AC7-C77E-493C-A77B-D94156955FEA}" dt="2026-09-01T09:40:47.408" v="651" actId="571"/>
          <ac:spMkLst>
            <pc:docMk/>
            <pc:sldMk cId="1526945579" sldId="256"/>
            <ac:spMk id="226" creationId="{F6B6F106-3595-8C9C-0E59-C9AD105707BD}"/>
          </ac:spMkLst>
        </pc:spChg>
        <pc:spChg chg="add mod">
          <ac:chgData name="ZUDRELL-KOCH Stefan" userId="e9a6a590-508e-40e7-9af9-9f85dae119b7" providerId="ADAL" clId="{5B748AC7-C77E-493C-A77B-D94156955FEA}" dt="2026-09-01T14:27:07.678" v="1163" actId="1076"/>
          <ac:spMkLst>
            <pc:docMk/>
            <pc:sldMk cId="1526945579" sldId="256"/>
            <ac:spMk id="228" creationId="{5878D6B1-4A02-CC82-FCD3-DCB31BEA66BC}"/>
          </ac:spMkLst>
        </pc:spChg>
        <pc:spChg chg="mod">
          <ac:chgData name="ZUDRELL-KOCH Stefan" userId="e9a6a590-508e-40e7-9af9-9f85dae119b7" providerId="ADAL" clId="{5B748AC7-C77E-493C-A77B-D94156955FEA}" dt="2026-09-01T09:42:17.649" v="681"/>
          <ac:spMkLst>
            <pc:docMk/>
            <pc:sldMk cId="1526945579" sldId="256"/>
            <ac:spMk id="234" creationId="{9712803B-E011-B856-4761-BDCCCBAE9D6A}"/>
          </ac:spMkLst>
        </pc:spChg>
        <pc:spChg chg="mod">
          <ac:chgData name="ZUDRELL-KOCH Stefan" userId="e9a6a590-508e-40e7-9af9-9f85dae119b7" providerId="ADAL" clId="{5B748AC7-C77E-493C-A77B-D94156955FEA}" dt="2026-09-01T09:42:17.649" v="681"/>
          <ac:spMkLst>
            <pc:docMk/>
            <pc:sldMk cId="1526945579" sldId="256"/>
            <ac:spMk id="235" creationId="{08F4FDA8-9536-B49D-0A98-DA3033D5A5C0}"/>
          </ac:spMkLst>
        </pc:spChg>
        <pc:spChg chg="mod">
          <ac:chgData name="ZUDRELL-KOCH Stefan" userId="e9a6a590-508e-40e7-9af9-9f85dae119b7" providerId="ADAL" clId="{5B748AC7-C77E-493C-A77B-D94156955FEA}" dt="2026-09-01T09:42:17.649" v="681"/>
          <ac:spMkLst>
            <pc:docMk/>
            <pc:sldMk cId="1526945579" sldId="256"/>
            <ac:spMk id="237" creationId="{B287B33B-B7B9-B535-6FEF-DD650885702A}"/>
          </ac:spMkLst>
        </pc:spChg>
        <pc:spChg chg="mod">
          <ac:chgData name="ZUDRELL-KOCH Stefan" userId="e9a6a590-508e-40e7-9af9-9f85dae119b7" providerId="ADAL" clId="{5B748AC7-C77E-493C-A77B-D94156955FEA}" dt="2026-09-01T09:42:17.649" v="681"/>
          <ac:spMkLst>
            <pc:docMk/>
            <pc:sldMk cId="1526945579" sldId="256"/>
            <ac:spMk id="238" creationId="{CB927714-13F1-1FE6-B948-395165E0B665}"/>
          </ac:spMkLst>
        </pc:spChg>
        <pc:spChg chg="add mod">
          <ac:chgData name="ZUDRELL-KOCH Stefan" userId="e9a6a590-508e-40e7-9af9-9f85dae119b7" providerId="ADAL" clId="{5B748AC7-C77E-493C-A77B-D94156955FEA}" dt="2026-09-01T10:00:15.160" v="1108" actId="113"/>
          <ac:spMkLst>
            <pc:docMk/>
            <pc:sldMk cId="1526945579" sldId="256"/>
            <ac:spMk id="239" creationId="{8ED85FBA-E182-763A-81CE-F48BD54A81A2}"/>
          </ac:spMkLst>
        </pc:spChg>
        <pc:spChg chg="add mod">
          <ac:chgData name="ZUDRELL-KOCH Stefan" userId="e9a6a590-508e-40e7-9af9-9f85dae119b7" providerId="ADAL" clId="{5B748AC7-C77E-493C-A77B-D94156955FEA}" dt="2026-09-01T10:00:47.246" v="1110" actId="113"/>
          <ac:spMkLst>
            <pc:docMk/>
            <pc:sldMk cId="1526945579" sldId="256"/>
            <ac:spMk id="240" creationId="{70FE30A0-CF92-EED3-A0F3-58A242A442D9}"/>
          </ac:spMkLst>
        </pc:spChg>
        <pc:spChg chg="add mod">
          <ac:chgData name="ZUDRELL-KOCH Stefan" userId="e9a6a590-508e-40e7-9af9-9f85dae119b7" providerId="ADAL" clId="{5B748AC7-C77E-493C-A77B-D94156955FEA}" dt="2026-09-01T09:42:57.321" v="700" actId="113"/>
          <ac:spMkLst>
            <pc:docMk/>
            <pc:sldMk cId="1526945579" sldId="256"/>
            <ac:spMk id="243" creationId="{4EA2D8E1-A6FD-B17F-43BF-7D9474705185}"/>
          </ac:spMkLst>
        </pc:spChg>
        <pc:spChg chg="add del mod">
          <ac:chgData name="ZUDRELL-KOCH Stefan" userId="e9a6a590-508e-40e7-9af9-9f85dae119b7" providerId="ADAL" clId="{5B748AC7-C77E-493C-A77B-D94156955FEA}" dt="2026-09-01T09:58:05.393" v="1057" actId="478"/>
          <ac:spMkLst>
            <pc:docMk/>
            <pc:sldMk cId="1526945579" sldId="256"/>
            <ac:spMk id="244" creationId="{21E938E9-DD54-D7A5-23D1-D2182E1369E3}"/>
          </ac:spMkLst>
        </pc:spChg>
        <pc:spChg chg="add mod">
          <ac:chgData name="ZUDRELL-KOCH Stefan" userId="e9a6a590-508e-40e7-9af9-9f85dae119b7" providerId="ADAL" clId="{5B748AC7-C77E-493C-A77B-D94156955FEA}" dt="2026-09-01T09:44:04.945" v="747" actId="20577"/>
          <ac:spMkLst>
            <pc:docMk/>
            <pc:sldMk cId="1526945579" sldId="256"/>
            <ac:spMk id="245" creationId="{3C892B04-3FBC-FE46-A71B-C4CF0FAE059C}"/>
          </ac:spMkLst>
        </pc:spChg>
        <pc:spChg chg="add mod">
          <ac:chgData name="ZUDRELL-KOCH Stefan" userId="e9a6a590-508e-40e7-9af9-9f85dae119b7" providerId="ADAL" clId="{5B748AC7-C77E-493C-A77B-D94156955FEA}" dt="2026-09-01T09:51:14.422" v="912" actId="1076"/>
          <ac:spMkLst>
            <pc:docMk/>
            <pc:sldMk cId="1526945579" sldId="256"/>
            <ac:spMk id="247" creationId="{0E238FF8-3902-7810-FD41-33534F0E2A5F}"/>
          </ac:spMkLst>
        </pc:spChg>
        <pc:spChg chg="add mod">
          <ac:chgData name="ZUDRELL-KOCH Stefan" userId="e9a6a590-508e-40e7-9af9-9f85dae119b7" providerId="ADAL" clId="{5B748AC7-C77E-493C-A77B-D94156955FEA}" dt="2026-09-01T10:00:09.645" v="1107" actId="113"/>
          <ac:spMkLst>
            <pc:docMk/>
            <pc:sldMk cId="1526945579" sldId="256"/>
            <ac:spMk id="249" creationId="{A8C352C5-DE0B-4181-3669-C32DA36FA28A}"/>
          </ac:spMkLst>
        </pc:spChg>
        <pc:spChg chg="add mod">
          <ac:chgData name="ZUDRELL-KOCH Stefan" userId="e9a6a590-508e-40e7-9af9-9f85dae119b7" providerId="ADAL" clId="{5B748AC7-C77E-493C-A77B-D94156955FEA}" dt="2026-09-01T14:28:18.663" v="1189" actId="20577"/>
          <ac:spMkLst>
            <pc:docMk/>
            <pc:sldMk cId="1526945579" sldId="256"/>
            <ac:spMk id="279" creationId="{C2FFFBAF-9CBE-8A08-D0EF-5CC46B983666}"/>
          </ac:spMkLst>
        </pc:spChg>
        <pc:spChg chg="add mod">
          <ac:chgData name="ZUDRELL-KOCH Stefan" userId="e9a6a590-508e-40e7-9af9-9f85dae119b7" providerId="ADAL" clId="{5B748AC7-C77E-493C-A77B-D94156955FEA}" dt="2026-09-01T14:28:00.635" v="1183" actId="20577"/>
          <ac:spMkLst>
            <pc:docMk/>
            <pc:sldMk cId="1526945579" sldId="256"/>
            <ac:spMk id="281" creationId="{6F8742C2-0E14-EFA4-4A52-80E8B282971F}"/>
          </ac:spMkLst>
        </pc:spChg>
        <pc:spChg chg="add mod">
          <ac:chgData name="ZUDRELL-KOCH Stefan" userId="e9a6a590-508e-40e7-9af9-9f85dae119b7" providerId="ADAL" clId="{5B748AC7-C77E-493C-A77B-D94156955FEA}" dt="2026-09-01T09:49:41.473" v="863" actId="20577"/>
          <ac:spMkLst>
            <pc:docMk/>
            <pc:sldMk cId="1526945579" sldId="256"/>
            <ac:spMk id="282" creationId="{6792EE7B-4AB4-C35C-9E62-69F5ADD5DF39}"/>
          </ac:spMkLst>
        </pc:spChg>
        <pc:spChg chg="add mod">
          <ac:chgData name="ZUDRELL-KOCH Stefan" userId="e9a6a590-508e-40e7-9af9-9f85dae119b7" providerId="ADAL" clId="{5B748AC7-C77E-493C-A77B-D94156955FEA}" dt="2026-09-01T14:33:39.619" v="1268" actId="1076"/>
          <ac:spMkLst>
            <pc:docMk/>
            <pc:sldMk cId="1526945579" sldId="256"/>
            <ac:spMk id="283" creationId="{F3B1CE46-F996-8C6A-CB4F-63C96C12157B}"/>
          </ac:spMkLst>
        </pc:spChg>
        <pc:spChg chg="add mod">
          <ac:chgData name="ZUDRELL-KOCH Stefan" userId="e9a6a590-508e-40e7-9af9-9f85dae119b7" providerId="ADAL" clId="{5B748AC7-C77E-493C-A77B-D94156955FEA}" dt="2026-09-01T14:28:24.143" v="1190" actId="1076"/>
          <ac:spMkLst>
            <pc:docMk/>
            <pc:sldMk cId="1526945579" sldId="256"/>
            <ac:spMk id="285" creationId="{7ED3F71B-CD4D-F05C-A19D-B6B87442B781}"/>
          </ac:spMkLst>
        </pc:spChg>
        <pc:spChg chg="add mod">
          <ac:chgData name="ZUDRELL-KOCH Stefan" userId="e9a6a590-508e-40e7-9af9-9f85dae119b7" providerId="ADAL" clId="{5B748AC7-C77E-493C-A77B-D94156955FEA}" dt="2026-09-01T14:27:42.797" v="1179" actId="20577"/>
          <ac:spMkLst>
            <pc:docMk/>
            <pc:sldMk cId="1526945579" sldId="256"/>
            <ac:spMk id="286" creationId="{CA7D19F2-AE3C-EC8F-EB1D-319D93CBD3FB}"/>
          </ac:spMkLst>
        </pc:spChg>
        <pc:spChg chg="add mod">
          <ac:chgData name="ZUDRELL-KOCH Stefan" userId="e9a6a590-508e-40e7-9af9-9f85dae119b7" providerId="ADAL" clId="{5B748AC7-C77E-493C-A77B-D94156955FEA}" dt="2026-09-01T09:51:02.322" v="903" actId="1076"/>
          <ac:spMkLst>
            <pc:docMk/>
            <pc:sldMk cId="1526945579" sldId="256"/>
            <ac:spMk id="291" creationId="{A2505BA6-979A-7B78-BA61-B28023AE056B}"/>
          </ac:spMkLst>
        </pc:spChg>
        <pc:spChg chg="add mod">
          <ac:chgData name="ZUDRELL-KOCH Stefan" userId="e9a6a590-508e-40e7-9af9-9f85dae119b7" providerId="ADAL" clId="{5B748AC7-C77E-493C-A77B-D94156955FEA}" dt="2026-09-01T09:51:07.328" v="907" actId="20577"/>
          <ac:spMkLst>
            <pc:docMk/>
            <pc:sldMk cId="1526945579" sldId="256"/>
            <ac:spMk id="292" creationId="{BDFA9364-DF1C-0B56-FC42-3599A7794551}"/>
          </ac:spMkLst>
        </pc:spChg>
        <pc:spChg chg="add mod">
          <ac:chgData name="ZUDRELL-KOCH Stefan" userId="e9a6a590-508e-40e7-9af9-9f85dae119b7" providerId="ADAL" clId="{5B748AC7-C77E-493C-A77B-D94156955FEA}" dt="2026-09-01T14:28:47.103" v="1199" actId="20577"/>
          <ac:spMkLst>
            <pc:docMk/>
            <pc:sldMk cId="1526945579" sldId="256"/>
            <ac:spMk id="295" creationId="{99552708-2807-21F3-0E33-3E63778AB082}"/>
          </ac:spMkLst>
        </pc:spChg>
        <pc:spChg chg="add mod">
          <ac:chgData name="ZUDRELL-KOCH Stefan" userId="e9a6a590-508e-40e7-9af9-9f85dae119b7" providerId="ADAL" clId="{5B748AC7-C77E-493C-A77B-D94156955FEA}" dt="2026-09-01T14:30:24.123" v="1231" actId="1076"/>
          <ac:spMkLst>
            <pc:docMk/>
            <pc:sldMk cId="1526945579" sldId="256"/>
            <ac:spMk id="296" creationId="{339AC7BA-0C2C-DDB9-D0A7-C92DDBF8778C}"/>
          </ac:spMkLst>
        </pc:spChg>
        <pc:spChg chg="add mod">
          <ac:chgData name="ZUDRELL-KOCH Stefan" userId="e9a6a590-508e-40e7-9af9-9f85dae119b7" providerId="ADAL" clId="{5B748AC7-C77E-493C-A77B-D94156955FEA}" dt="2026-09-01T14:27:29.823" v="1172" actId="20577"/>
          <ac:spMkLst>
            <pc:docMk/>
            <pc:sldMk cId="1526945579" sldId="256"/>
            <ac:spMk id="304" creationId="{92C8F824-3827-2C47-C47F-BA7A930C884D}"/>
          </ac:spMkLst>
        </pc:spChg>
        <pc:spChg chg="add del mod">
          <ac:chgData name="ZUDRELL-KOCH Stefan" userId="e9a6a590-508e-40e7-9af9-9f85dae119b7" providerId="ADAL" clId="{5B748AC7-C77E-493C-A77B-D94156955FEA}" dt="2026-09-01T09:55:54.628" v="1014" actId="478"/>
          <ac:spMkLst>
            <pc:docMk/>
            <pc:sldMk cId="1526945579" sldId="256"/>
            <ac:spMk id="327" creationId="{0EDCB489-6DC2-BD23-76C9-89825DB0C589}"/>
          </ac:spMkLst>
        </pc:spChg>
        <pc:spChg chg="add mod">
          <ac:chgData name="ZUDRELL-KOCH Stefan" userId="e9a6a590-508e-40e7-9af9-9f85dae119b7" providerId="ADAL" clId="{5B748AC7-C77E-493C-A77B-D94156955FEA}" dt="2026-09-01T14:27:16.992" v="1165" actId="1076"/>
          <ac:spMkLst>
            <pc:docMk/>
            <pc:sldMk cId="1526945579" sldId="256"/>
            <ac:spMk id="329" creationId="{1B075C50-22E1-5F28-17CA-9C79B0B72912}"/>
          </ac:spMkLst>
        </pc:spChg>
        <pc:spChg chg="add mod">
          <ac:chgData name="ZUDRELL-KOCH Stefan" userId="e9a6a590-508e-40e7-9af9-9f85dae119b7" providerId="ADAL" clId="{5B748AC7-C77E-493C-A77B-D94156955FEA}" dt="2026-09-01T09:56:13.156" v="1026" actId="20577"/>
          <ac:spMkLst>
            <pc:docMk/>
            <pc:sldMk cId="1526945579" sldId="256"/>
            <ac:spMk id="330" creationId="{876D3D43-B99D-75F3-8EF2-C69CC821BA57}"/>
          </ac:spMkLst>
        </pc:spChg>
        <pc:spChg chg="add mod">
          <ac:chgData name="ZUDRELL-KOCH Stefan" userId="e9a6a590-508e-40e7-9af9-9f85dae119b7" providerId="ADAL" clId="{5B748AC7-C77E-493C-A77B-D94156955FEA}" dt="2026-09-01T09:57:08.174" v="1043" actId="20577"/>
          <ac:spMkLst>
            <pc:docMk/>
            <pc:sldMk cId="1526945579" sldId="256"/>
            <ac:spMk id="338" creationId="{80778BA6-B7DD-8585-CFA7-C2BC26D2BEEF}"/>
          </ac:spMkLst>
        </pc:spChg>
        <pc:spChg chg="add mod">
          <ac:chgData name="ZUDRELL-KOCH Stefan" userId="e9a6a590-508e-40e7-9af9-9f85dae119b7" providerId="ADAL" clId="{5B748AC7-C77E-493C-A77B-D94156955FEA}" dt="2026-09-01T09:57:11.271" v="1044" actId="571"/>
          <ac:spMkLst>
            <pc:docMk/>
            <pc:sldMk cId="1526945579" sldId="256"/>
            <ac:spMk id="339" creationId="{7837F71E-4F03-3316-E525-4D7819E8D3DE}"/>
          </ac:spMkLst>
        </pc:spChg>
        <pc:spChg chg="add mod">
          <ac:chgData name="ZUDRELL-KOCH Stefan" userId="e9a6a590-508e-40e7-9af9-9f85dae119b7" providerId="ADAL" clId="{5B748AC7-C77E-493C-A77B-D94156955FEA}" dt="2026-09-01T09:58:57.449" v="1077" actId="1076"/>
          <ac:spMkLst>
            <pc:docMk/>
            <pc:sldMk cId="1526945579" sldId="256"/>
            <ac:spMk id="348" creationId="{4D154679-3CE4-BF06-A166-8D3408CCAA5F}"/>
          </ac:spMkLst>
        </pc:spChg>
        <pc:spChg chg="add mod">
          <ac:chgData name="ZUDRELL-KOCH Stefan" userId="e9a6a590-508e-40e7-9af9-9f85dae119b7" providerId="ADAL" clId="{5B748AC7-C77E-493C-A77B-D94156955FEA}" dt="2026-09-01T09:58:52.762" v="1076" actId="1076"/>
          <ac:spMkLst>
            <pc:docMk/>
            <pc:sldMk cId="1526945579" sldId="256"/>
            <ac:spMk id="350" creationId="{3455FD76-5E78-987E-C033-103AB72B4B78}"/>
          </ac:spMkLst>
        </pc:spChg>
        <pc:spChg chg="add mod">
          <ac:chgData name="ZUDRELL-KOCH Stefan" userId="e9a6a590-508e-40e7-9af9-9f85dae119b7" providerId="ADAL" clId="{5B748AC7-C77E-493C-A77B-D94156955FEA}" dt="2026-09-01T14:34:57.566" v="1288" actId="1076"/>
          <ac:spMkLst>
            <pc:docMk/>
            <pc:sldMk cId="1526945579" sldId="256"/>
            <ac:spMk id="351" creationId="{087C4EB8-0117-EA0E-7FD9-8FFE0574DACC}"/>
          </ac:spMkLst>
        </pc:spChg>
        <pc:grpChg chg="add mod">
          <ac:chgData name="ZUDRELL-KOCH Stefan" userId="e9a6a590-508e-40e7-9af9-9f85dae119b7" providerId="ADAL" clId="{5B748AC7-C77E-493C-A77B-D94156955FEA}" dt="2026-09-01T14:29:38.666" v="1208" actId="1076"/>
          <ac:grpSpMkLst>
            <pc:docMk/>
            <pc:sldMk cId="1526945579" sldId="256"/>
            <ac:grpSpMk id="5" creationId="{A12BD6AB-6A60-4081-62BB-E20733D9B39A}"/>
          </ac:grpSpMkLst>
        </pc:grpChg>
        <pc:grpChg chg="del mod">
          <ac:chgData name="ZUDRELL-KOCH Stefan" userId="e9a6a590-508e-40e7-9af9-9f85dae119b7" providerId="ADAL" clId="{5B748AC7-C77E-493C-A77B-D94156955FEA}" dt="2026-09-01T09:58:03.064" v="1056" actId="478"/>
          <ac:grpSpMkLst>
            <pc:docMk/>
            <pc:sldMk cId="1526945579" sldId="256"/>
            <ac:grpSpMk id="6" creationId="{199F05AA-9B53-DFD3-75DB-B598D0BB3197}"/>
          </ac:grpSpMkLst>
        </pc:grpChg>
        <pc:grpChg chg="add mod">
          <ac:chgData name="ZUDRELL-KOCH Stefan" userId="e9a6a590-508e-40e7-9af9-9f85dae119b7" providerId="ADAL" clId="{5B748AC7-C77E-493C-A77B-D94156955FEA}" dt="2026-09-01T14:29:40.459" v="1209" actId="571"/>
          <ac:grpSpMkLst>
            <pc:docMk/>
            <pc:sldMk cId="1526945579" sldId="256"/>
            <ac:grpSpMk id="15" creationId="{266D39A8-E6E0-6129-267E-9581D8B4B540}"/>
          </ac:grpSpMkLst>
        </pc:grpChg>
        <pc:grpChg chg="add mod">
          <ac:chgData name="ZUDRELL-KOCH Stefan" userId="e9a6a590-508e-40e7-9af9-9f85dae119b7" providerId="ADAL" clId="{5B748AC7-C77E-493C-A77B-D94156955FEA}" dt="2026-09-01T14:32:21.234" v="1256" actId="571"/>
          <ac:grpSpMkLst>
            <pc:docMk/>
            <pc:sldMk cId="1526945579" sldId="256"/>
            <ac:grpSpMk id="42" creationId="{D13FE4E0-EAF9-B061-9BF4-E54153F93788}"/>
          </ac:grpSpMkLst>
        </pc:grpChg>
        <pc:grpChg chg="add mod">
          <ac:chgData name="ZUDRELL-KOCH Stefan" userId="e9a6a590-508e-40e7-9af9-9f85dae119b7" providerId="ADAL" clId="{5B748AC7-C77E-493C-A77B-D94156955FEA}" dt="2026-09-01T09:26:27.230" v="484" actId="1076"/>
          <ac:grpSpMkLst>
            <pc:docMk/>
            <pc:sldMk cId="1526945579" sldId="256"/>
            <ac:grpSpMk id="45" creationId="{280A3F8E-F98E-92D8-C7BD-C71A65404E26}"/>
          </ac:grpSpMkLst>
        </pc:grpChg>
        <pc:grpChg chg="add mod">
          <ac:chgData name="ZUDRELL-KOCH Stefan" userId="e9a6a590-508e-40e7-9af9-9f85dae119b7" providerId="ADAL" clId="{5B748AC7-C77E-493C-A77B-D94156955FEA}" dt="2026-09-01T14:33:30.177" v="1265" actId="571"/>
          <ac:grpSpMkLst>
            <pc:docMk/>
            <pc:sldMk cId="1526945579" sldId="256"/>
            <ac:grpSpMk id="55" creationId="{5452D8EF-E29A-B367-243B-4E33B7184254}"/>
          </ac:grpSpMkLst>
        </pc:grpChg>
        <pc:grpChg chg="del mod">
          <ac:chgData name="ZUDRELL-KOCH Stefan" userId="e9a6a590-508e-40e7-9af9-9f85dae119b7" providerId="ADAL" clId="{5B748AC7-C77E-493C-A77B-D94156955FEA}" dt="2026-09-01T09:58:05.393" v="1057" actId="478"/>
          <ac:grpSpMkLst>
            <pc:docMk/>
            <pc:sldMk cId="1526945579" sldId="256"/>
            <ac:grpSpMk id="58" creationId="{88219BF4-F1CD-FD59-BEF9-5D3A9E077DBB}"/>
          </ac:grpSpMkLst>
        </pc:grpChg>
        <pc:grpChg chg="del mod">
          <ac:chgData name="ZUDRELL-KOCH Stefan" userId="e9a6a590-508e-40e7-9af9-9f85dae119b7" providerId="ADAL" clId="{5B748AC7-C77E-493C-A77B-D94156955FEA}" dt="2026-08-27T14:39:08.128" v="282" actId="478"/>
          <ac:grpSpMkLst>
            <pc:docMk/>
            <pc:sldMk cId="1526945579" sldId="256"/>
            <ac:grpSpMk id="63" creationId="{9C840228-2CBA-CFB0-6AE5-7300A0D6252B}"/>
          </ac:grpSpMkLst>
        </pc:grpChg>
        <pc:grpChg chg="del mod">
          <ac:chgData name="ZUDRELL-KOCH Stefan" userId="e9a6a590-508e-40e7-9af9-9f85dae119b7" providerId="ADAL" clId="{5B748AC7-C77E-493C-A77B-D94156955FEA}" dt="2026-08-27T14:39:08.128" v="282" actId="478"/>
          <ac:grpSpMkLst>
            <pc:docMk/>
            <pc:sldMk cId="1526945579" sldId="256"/>
            <ac:grpSpMk id="79" creationId="{E06F2DA9-1DBE-8092-98EF-9B824A0D2A23}"/>
          </ac:grpSpMkLst>
        </pc:grpChg>
        <pc:grpChg chg="add mod">
          <ac:chgData name="ZUDRELL-KOCH Stefan" userId="e9a6a590-508e-40e7-9af9-9f85dae119b7" providerId="ADAL" clId="{5B748AC7-C77E-493C-A77B-D94156955FEA}" dt="2026-09-01T09:27:43.060" v="504" actId="1076"/>
          <ac:grpSpMkLst>
            <pc:docMk/>
            <pc:sldMk cId="1526945579" sldId="256"/>
            <ac:grpSpMk id="178" creationId="{526DBFA6-7ACB-C3D3-4854-CCD78957A0C7}"/>
          </ac:grpSpMkLst>
        </pc:grpChg>
        <pc:grpChg chg="add mod">
          <ac:chgData name="ZUDRELL-KOCH Stefan" userId="e9a6a590-508e-40e7-9af9-9f85dae119b7" providerId="ADAL" clId="{5B748AC7-C77E-493C-A77B-D94156955FEA}" dt="2026-09-01T09:29:19.432" v="537" actId="1076"/>
          <ac:grpSpMkLst>
            <pc:docMk/>
            <pc:sldMk cId="1526945579" sldId="256"/>
            <ac:grpSpMk id="198" creationId="{A4BFD330-EC1D-04EF-DBAD-E9E7FB70B734}"/>
          </ac:grpSpMkLst>
        </pc:grpChg>
        <pc:grpChg chg="add mod">
          <ac:chgData name="ZUDRELL-KOCH Stefan" userId="e9a6a590-508e-40e7-9af9-9f85dae119b7" providerId="ADAL" clId="{5B748AC7-C77E-493C-A77B-D94156955FEA}" dt="2026-09-01T09:51:30.181" v="914" actId="1076"/>
          <ac:grpSpMkLst>
            <pc:docMk/>
            <pc:sldMk cId="1526945579" sldId="256"/>
            <ac:grpSpMk id="203" creationId="{1A475B36-6CD9-8D43-D8F8-783C392D1C74}"/>
          </ac:grpSpMkLst>
        </pc:grpChg>
        <pc:grpChg chg="add mod">
          <ac:chgData name="ZUDRELL-KOCH Stefan" userId="e9a6a590-508e-40e7-9af9-9f85dae119b7" providerId="ADAL" clId="{5B748AC7-C77E-493C-A77B-D94156955FEA}" dt="2026-09-01T09:42:41.260" v="689" actId="1076"/>
          <ac:grpSpMkLst>
            <pc:docMk/>
            <pc:sldMk cId="1526945579" sldId="256"/>
            <ac:grpSpMk id="232" creationId="{C6CFCF7E-746A-D3DE-9FD1-0C5F92BB3993}"/>
          </ac:grpSpMkLst>
        </pc:grpChg>
        <pc:cxnChg chg="del mod">
          <ac:chgData name="ZUDRELL-KOCH Stefan" userId="e9a6a590-508e-40e7-9af9-9f85dae119b7" providerId="ADAL" clId="{5B748AC7-C77E-493C-A77B-D94156955FEA}" dt="2026-09-01T09:58:05.393" v="1057" actId="478"/>
          <ac:cxnSpMkLst>
            <pc:docMk/>
            <pc:sldMk cId="1526945579" sldId="256"/>
            <ac:cxnSpMk id="2" creationId="{34EEA237-70E8-AEE5-CA7B-DDAA0B750AF8}"/>
          </ac:cxnSpMkLst>
        </pc:cxnChg>
        <pc:cxnChg chg="add del mod">
          <ac:chgData name="ZUDRELL-KOCH Stefan" userId="e9a6a590-508e-40e7-9af9-9f85dae119b7" providerId="ADAL" clId="{5B748AC7-C77E-493C-A77B-D94156955FEA}" dt="2026-09-01T09:58:15.217" v="1060" actId="478"/>
          <ac:cxnSpMkLst>
            <pc:docMk/>
            <pc:sldMk cId="1526945579" sldId="256"/>
            <ac:cxnSpMk id="3" creationId="{4B06F788-CFA8-B7A8-0D84-20B08E0C483B}"/>
          </ac:cxnSpMkLst>
        </pc:cxnChg>
        <pc:cxnChg chg="mod">
          <ac:chgData name="ZUDRELL-KOCH Stefan" userId="e9a6a590-508e-40e7-9af9-9f85dae119b7" providerId="ADAL" clId="{5B748AC7-C77E-493C-A77B-D94156955FEA}" dt="2026-09-01T14:29:36.407" v="1207"/>
          <ac:cxnSpMkLst>
            <pc:docMk/>
            <pc:sldMk cId="1526945579" sldId="256"/>
            <ac:cxnSpMk id="7" creationId="{0F5708EE-26A1-C396-3C09-1B07BA89C07D}"/>
          </ac:cxnSpMkLst>
        </pc:cxnChg>
        <pc:cxnChg chg="mod">
          <ac:chgData name="ZUDRELL-KOCH Stefan" userId="e9a6a590-508e-40e7-9af9-9f85dae119b7" providerId="ADAL" clId="{5B748AC7-C77E-493C-A77B-D94156955FEA}" dt="2026-09-01T14:29:36.407" v="1207"/>
          <ac:cxnSpMkLst>
            <pc:docMk/>
            <pc:sldMk cId="1526945579" sldId="256"/>
            <ac:cxnSpMk id="8" creationId="{784814D7-0964-2667-473B-B31ADB450015}"/>
          </ac:cxnSpMkLst>
        </pc:cxnChg>
        <pc:cxnChg chg="mod">
          <ac:chgData name="ZUDRELL-KOCH Stefan" userId="e9a6a590-508e-40e7-9af9-9f85dae119b7" providerId="ADAL" clId="{5B748AC7-C77E-493C-A77B-D94156955FEA}" dt="2026-09-01T14:29:36.407" v="1207"/>
          <ac:cxnSpMkLst>
            <pc:docMk/>
            <pc:sldMk cId="1526945579" sldId="256"/>
            <ac:cxnSpMk id="9" creationId="{321656C5-CDC6-AF93-F0B0-5ED44E401B37}"/>
          </ac:cxnSpMkLst>
        </pc:cxnChg>
        <pc:cxnChg chg="mod">
          <ac:chgData name="ZUDRELL-KOCH Stefan" userId="e9a6a590-508e-40e7-9af9-9f85dae119b7" providerId="ADAL" clId="{5B748AC7-C77E-493C-A77B-D94156955FEA}" dt="2026-09-01T14:29:36.407" v="1207"/>
          <ac:cxnSpMkLst>
            <pc:docMk/>
            <pc:sldMk cId="1526945579" sldId="256"/>
            <ac:cxnSpMk id="10" creationId="{0693F527-2A64-BC86-BA58-1C656DAAD6E2}"/>
          </ac:cxnSpMkLst>
        </pc:cxnChg>
        <pc:cxnChg chg="mod">
          <ac:chgData name="ZUDRELL-KOCH Stefan" userId="e9a6a590-508e-40e7-9af9-9f85dae119b7" providerId="ADAL" clId="{5B748AC7-C77E-493C-A77B-D94156955FEA}" dt="2026-09-01T14:29:36.407" v="1207"/>
          <ac:cxnSpMkLst>
            <pc:docMk/>
            <pc:sldMk cId="1526945579" sldId="256"/>
            <ac:cxnSpMk id="11" creationId="{C0EE7D88-721E-D6D0-C4D1-309D324A8F23}"/>
          </ac:cxnSpMkLst>
        </pc:cxnChg>
        <pc:cxnChg chg="mod">
          <ac:chgData name="ZUDRELL-KOCH Stefan" userId="e9a6a590-508e-40e7-9af9-9f85dae119b7" providerId="ADAL" clId="{5B748AC7-C77E-493C-A77B-D94156955FEA}" dt="2026-09-01T14:29:36.407" v="1207"/>
          <ac:cxnSpMkLst>
            <pc:docMk/>
            <pc:sldMk cId="1526945579" sldId="256"/>
            <ac:cxnSpMk id="13" creationId="{1840F5DB-0453-CE2B-C7D3-36733463F8C0}"/>
          </ac:cxnSpMkLst>
        </pc:cxnChg>
        <pc:cxnChg chg="del mod">
          <ac:chgData name="ZUDRELL-KOCH Stefan" userId="e9a6a590-508e-40e7-9af9-9f85dae119b7" providerId="ADAL" clId="{5B748AC7-C77E-493C-A77B-D94156955FEA}" dt="2026-09-01T09:58:03.064" v="1056" actId="478"/>
          <ac:cxnSpMkLst>
            <pc:docMk/>
            <pc:sldMk cId="1526945579" sldId="256"/>
            <ac:cxnSpMk id="13" creationId="{20B1B054-B3D6-A1A5-D9D7-1DFDECD40805}"/>
          </ac:cxnSpMkLst>
        </pc:cxnChg>
        <pc:cxnChg chg="del mod">
          <ac:chgData name="ZUDRELL-KOCH Stefan" userId="e9a6a590-508e-40e7-9af9-9f85dae119b7" providerId="ADAL" clId="{5B748AC7-C77E-493C-A77B-D94156955FEA}" dt="2026-09-01T09:58:07.388" v="1058" actId="478"/>
          <ac:cxnSpMkLst>
            <pc:docMk/>
            <pc:sldMk cId="1526945579" sldId="256"/>
            <ac:cxnSpMk id="15" creationId="{D1409DD5-FDC9-F0CD-ECF9-332417C3E034}"/>
          </ac:cxnSpMkLst>
        </pc:cxnChg>
        <pc:cxnChg chg="mod">
          <ac:chgData name="ZUDRELL-KOCH Stefan" userId="e9a6a590-508e-40e7-9af9-9f85dae119b7" providerId="ADAL" clId="{5B748AC7-C77E-493C-A77B-D94156955FEA}" dt="2026-09-01T14:29:40.459" v="1209" actId="571"/>
          <ac:cxnSpMkLst>
            <pc:docMk/>
            <pc:sldMk cId="1526945579" sldId="256"/>
            <ac:cxnSpMk id="18" creationId="{4BAAB94B-D098-F78E-92BB-D4F404E3435F}"/>
          </ac:cxnSpMkLst>
        </pc:cxnChg>
        <pc:cxnChg chg="del mod">
          <ac:chgData name="ZUDRELL-KOCH Stefan" userId="e9a6a590-508e-40e7-9af9-9f85dae119b7" providerId="ADAL" clId="{5B748AC7-C77E-493C-A77B-D94156955FEA}" dt="2026-08-27T14:53:08.456" v="390" actId="478"/>
          <ac:cxnSpMkLst>
            <pc:docMk/>
            <pc:sldMk cId="1526945579" sldId="256"/>
            <ac:cxnSpMk id="18" creationId="{E6753B39-5BA5-0BA9-0940-5F23BBE2E256}"/>
          </ac:cxnSpMkLst>
        </pc:cxnChg>
        <pc:cxnChg chg="mod">
          <ac:chgData name="ZUDRELL-KOCH Stefan" userId="e9a6a590-508e-40e7-9af9-9f85dae119b7" providerId="ADAL" clId="{5B748AC7-C77E-493C-A77B-D94156955FEA}" dt="2026-09-01T14:29:40.459" v="1209" actId="571"/>
          <ac:cxnSpMkLst>
            <pc:docMk/>
            <pc:sldMk cId="1526945579" sldId="256"/>
            <ac:cxnSpMk id="22" creationId="{EB31980F-A502-AFB9-6149-C9F71833554A}"/>
          </ac:cxnSpMkLst>
        </pc:cxnChg>
        <pc:cxnChg chg="mod">
          <ac:chgData name="ZUDRELL-KOCH Stefan" userId="e9a6a590-508e-40e7-9af9-9f85dae119b7" providerId="ADAL" clId="{5B748AC7-C77E-493C-A77B-D94156955FEA}" dt="2026-09-01T14:29:40.459" v="1209" actId="571"/>
          <ac:cxnSpMkLst>
            <pc:docMk/>
            <pc:sldMk cId="1526945579" sldId="256"/>
            <ac:cxnSpMk id="23" creationId="{99A3BDB6-B5B2-2C78-6086-2F77AA87E14C}"/>
          </ac:cxnSpMkLst>
        </pc:cxnChg>
        <pc:cxnChg chg="mod">
          <ac:chgData name="ZUDRELL-KOCH Stefan" userId="e9a6a590-508e-40e7-9af9-9f85dae119b7" providerId="ADAL" clId="{5B748AC7-C77E-493C-A77B-D94156955FEA}" dt="2026-09-01T14:29:40.459" v="1209" actId="571"/>
          <ac:cxnSpMkLst>
            <pc:docMk/>
            <pc:sldMk cId="1526945579" sldId="256"/>
            <ac:cxnSpMk id="24" creationId="{361B5029-0FD4-0C50-C45C-EAAB573F4793}"/>
          </ac:cxnSpMkLst>
        </pc:cxnChg>
        <pc:cxnChg chg="mod">
          <ac:chgData name="ZUDRELL-KOCH Stefan" userId="e9a6a590-508e-40e7-9af9-9f85dae119b7" providerId="ADAL" clId="{5B748AC7-C77E-493C-A77B-D94156955FEA}" dt="2026-09-01T14:29:40.459" v="1209" actId="571"/>
          <ac:cxnSpMkLst>
            <pc:docMk/>
            <pc:sldMk cId="1526945579" sldId="256"/>
            <ac:cxnSpMk id="25" creationId="{4F3243D6-6C1C-6ED1-594F-C4FA6A18A98D}"/>
          </ac:cxnSpMkLst>
        </pc:cxnChg>
        <pc:cxnChg chg="add del mod">
          <ac:chgData name="ZUDRELL-KOCH Stefan" userId="e9a6a590-508e-40e7-9af9-9f85dae119b7" providerId="ADAL" clId="{5B748AC7-C77E-493C-A77B-D94156955FEA}" dt="2026-09-01T09:45:45.989" v="773" actId="478"/>
          <ac:cxnSpMkLst>
            <pc:docMk/>
            <pc:sldMk cId="1526945579" sldId="256"/>
            <ac:cxnSpMk id="25" creationId="{D23BB678-4DE4-9C81-F292-3350FB00A33A}"/>
          </ac:cxnSpMkLst>
        </pc:cxnChg>
        <pc:cxnChg chg="del mod">
          <ac:chgData name="ZUDRELL-KOCH Stefan" userId="e9a6a590-508e-40e7-9af9-9f85dae119b7" providerId="ADAL" clId="{5B748AC7-C77E-493C-A77B-D94156955FEA}" dt="2026-08-27T14:41:43.130" v="305" actId="478"/>
          <ac:cxnSpMkLst>
            <pc:docMk/>
            <pc:sldMk cId="1526945579" sldId="256"/>
            <ac:cxnSpMk id="27" creationId="{52FF2577-53A6-80D6-7404-07B1EAC6CC3B}"/>
          </ac:cxnSpMkLst>
        </pc:cxnChg>
        <pc:cxnChg chg="mod">
          <ac:chgData name="ZUDRELL-KOCH Stefan" userId="e9a6a590-508e-40e7-9af9-9f85dae119b7" providerId="ADAL" clId="{5B748AC7-C77E-493C-A77B-D94156955FEA}" dt="2026-09-01T14:29:40.459" v="1209" actId="571"/>
          <ac:cxnSpMkLst>
            <pc:docMk/>
            <pc:sldMk cId="1526945579" sldId="256"/>
            <ac:cxnSpMk id="27" creationId="{A961C4C4-0BB3-DBBD-58B3-0CA7F03C0C0A}"/>
          </ac:cxnSpMkLst>
        </pc:cxnChg>
        <pc:cxnChg chg="del mod">
          <ac:chgData name="ZUDRELL-KOCH Stefan" userId="e9a6a590-508e-40e7-9af9-9f85dae119b7" providerId="ADAL" clId="{5B748AC7-C77E-493C-A77B-D94156955FEA}" dt="2026-08-27T14:39:08.128" v="282" actId="478"/>
          <ac:cxnSpMkLst>
            <pc:docMk/>
            <pc:sldMk cId="1526945579" sldId="256"/>
            <ac:cxnSpMk id="28" creationId="{9E1B931D-AE2B-7366-1D1F-6A1EE3486E46}"/>
          </ac:cxnSpMkLst>
        </pc:cxnChg>
        <pc:cxnChg chg="del mod">
          <ac:chgData name="ZUDRELL-KOCH Stefan" userId="e9a6a590-508e-40e7-9af9-9f85dae119b7" providerId="ADAL" clId="{5B748AC7-C77E-493C-A77B-D94156955FEA}" dt="2026-09-01T09:58:05.393" v="1057" actId="478"/>
          <ac:cxnSpMkLst>
            <pc:docMk/>
            <pc:sldMk cId="1526945579" sldId="256"/>
            <ac:cxnSpMk id="29" creationId="{DC24A8A6-D5F1-3DF0-DA4F-0E96339C67C5}"/>
          </ac:cxnSpMkLst>
        </pc:cxnChg>
        <pc:cxnChg chg="del mod">
          <ac:chgData name="ZUDRELL-KOCH Stefan" userId="e9a6a590-508e-40e7-9af9-9f85dae119b7" providerId="ADAL" clId="{5B748AC7-C77E-493C-A77B-D94156955FEA}" dt="2026-09-01T09:58:15.217" v="1060" actId="478"/>
          <ac:cxnSpMkLst>
            <pc:docMk/>
            <pc:sldMk cId="1526945579" sldId="256"/>
            <ac:cxnSpMk id="37" creationId="{88ABEA16-63EC-489C-A72B-AB17E956A012}"/>
          </ac:cxnSpMkLst>
        </pc:cxnChg>
        <pc:cxnChg chg="add mod">
          <ac:chgData name="ZUDRELL-KOCH Stefan" userId="e9a6a590-508e-40e7-9af9-9f85dae119b7" providerId="ADAL" clId="{5B748AC7-C77E-493C-A77B-D94156955FEA}" dt="2026-09-01T14:30:38.665" v="1236" actId="1076"/>
          <ac:cxnSpMkLst>
            <pc:docMk/>
            <pc:sldMk cId="1526945579" sldId="256"/>
            <ac:cxnSpMk id="37" creationId="{977A0B18-E2ED-EC2C-1B43-7595EFBB05CE}"/>
          </ac:cxnSpMkLst>
        </pc:cxnChg>
        <pc:cxnChg chg="del mod">
          <ac:chgData name="ZUDRELL-KOCH Stefan" userId="e9a6a590-508e-40e7-9af9-9f85dae119b7" providerId="ADAL" clId="{5B748AC7-C77E-493C-A77B-D94156955FEA}" dt="2026-09-01T09:58:05.393" v="1057" actId="478"/>
          <ac:cxnSpMkLst>
            <pc:docMk/>
            <pc:sldMk cId="1526945579" sldId="256"/>
            <ac:cxnSpMk id="40" creationId="{E2294ACC-CF3D-0514-E60B-3FFD8B56B37E}"/>
          </ac:cxnSpMkLst>
        </pc:cxnChg>
        <pc:cxnChg chg="del mod">
          <ac:chgData name="ZUDRELL-KOCH Stefan" userId="e9a6a590-508e-40e7-9af9-9f85dae119b7" providerId="ADAL" clId="{5B748AC7-C77E-493C-A77B-D94156955FEA}" dt="2026-08-27T14:52:51.571" v="386" actId="478"/>
          <ac:cxnSpMkLst>
            <pc:docMk/>
            <pc:sldMk cId="1526945579" sldId="256"/>
            <ac:cxnSpMk id="42" creationId="{DE32586E-413C-9BBD-A5F0-96329E4002E6}"/>
          </ac:cxnSpMkLst>
        </pc:cxnChg>
        <pc:cxnChg chg="mod">
          <ac:chgData name="ZUDRELL-KOCH Stefan" userId="e9a6a590-508e-40e7-9af9-9f85dae119b7" providerId="ADAL" clId="{5B748AC7-C77E-493C-A77B-D94156955FEA}" dt="2026-09-01T14:32:21.234" v="1256" actId="571"/>
          <ac:cxnSpMkLst>
            <pc:docMk/>
            <pc:sldMk cId="1526945579" sldId="256"/>
            <ac:cxnSpMk id="43" creationId="{8FE8F9B9-1E7C-B8EE-8A37-A6EF74101FEA}"/>
          </ac:cxnSpMkLst>
        </pc:cxnChg>
        <pc:cxnChg chg="mod">
          <ac:chgData name="ZUDRELL-KOCH Stefan" userId="e9a6a590-508e-40e7-9af9-9f85dae119b7" providerId="ADAL" clId="{5B748AC7-C77E-493C-A77B-D94156955FEA}" dt="2026-09-01T14:32:21.234" v="1256" actId="571"/>
          <ac:cxnSpMkLst>
            <pc:docMk/>
            <pc:sldMk cId="1526945579" sldId="256"/>
            <ac:cxnSpMk id="44" creationId="{45905C37-1B64-13CF-CBD3-FC107BD0EC8F}"/>
          </ac:cxnSpMkLst>
        </pc:cxnChg>
        <pc:cxnChg chg="del mod">
          <ac:chgData name="ZUDRELL-KOCH Stefan" userId="e9a6a590-508e-40e7-9af9-9f85dae119b7" providerId="ADAL" clId="{5B748AC7-C77E-493C-A77B-D94156955FEA}" dt="2026-08-27T14:52:51.571" v="386" actId="478"/>
          <ac:cxnSpMkLst>
            <pc:docMk/>
            <pc:sldMk cId="1526945579" sldId="256"/>
            <ac:cxnSpMk id="44" creationId="{C6C4B9AB-B6E5-6AB0-B7F5-EE801A07AA1E}"/>
          </ac:cxnSpMkLst>
        </pc:cxnChg>
        <pc:cxnChg chg="del mod">
          <ac:chgData name="ZUDRELL-KOCH Stefan" userId="e9a6a590-508e-40e7-9af9-9f85dae119b7" providerId="ADAL" clId="{5B748AC7-C77E-493C-A77B-D94156955FEA}" dt="2026-08-27T14:52:51.571" v="386" actId="478"/>
          <ac:cxnSpMkLst>
            <pc:docMk/>
            <pc:sldMk cId="1526945579" sldId="256"/>
            <ac:cxnSpMk id="47" creationId="{9E0901A8-927A-59CD-335D-A8A49BF049F7}"/>
          </ac:cxnSpMkLst>
        </pc:cxnChg>
        <pc:cxnChg chg="mod">
          <ac:chgData name="ZUDRELL-KOCH Stefan" userId="e9a6a590-508e-40e7-9af9-9f85dae119b7" providerId="ADAL" clId="{5B748AC7-C77E-493C-A77B-D94156955FEA}" dt="2026-08-27T14:30:55.124" v="137"/>
          <ac:cxnSpMkLst>
            <pc:docMk/>
            <pc:sldMk cId="1526945579" sldId="256"/>
            <ac:cxnSpMk id="50" creationId="{87C0AADC-F374-3769-8C7F-529289593387}"/>
          </ac:cxnSpMkLst>
        </pc:cxnChg>
        <pc:cxnChg chg="del mod">
          <ac:chgData name="ZUDRELL-KOCH Stefan" userId="e9a6a590-508e-40e7-9af9-9f85dae119b7" providerId="ADAL" clId="{5B748AC7-C77E-493C-A77B-D94156955FEA}" dt="2026-08-27T14:39:08.128" v="282" actId="478"/>
          <ac:cxnSpMkLst>
            <pc:docMk/>
            <pc:sldMk cId="1526945579" sldId="256"/>
            <ac:cxnSpMk id="52" creationId="{F5432189-7815-177D-AF9B-8E0F883888EA}"/>
          </ac:cxnSpMkLst>
        </pc:cxnChg>
        <pc:cxnChg chg="mod">
          <ac:chgData name="ZUDRELL-KOCH Stefan" userId="e9a6a590-508e-40e7-9af9-9f85dae119b7" providerId="ADAL" clId="{5B748AC7-C77E-493C-A77B-D94156955FEA}" dt="2026-08-27T14:30:55.124" v="137"/>
          <ac:cxnSpMkLst>
            <pc:docMk/>
            <pc:sldMk cId="1526945579" sldId="256"/>
            <ac:cxnSpMk id="53" creationId="{27791F1D-94E3-2E20-5E07-1AF34828A5CB}"/>
          </ac:cxnSpMkLst>
        </pc:cxnChg>
        <pc:cxnChg chg="mod">
          <ac:chgData name="ZUDRELL-KOCH Stefan" userId="e9a6a590-508e-40e7-9af9-9f85dae119b7" providerId="ADAL" clId="{5B748AC7-C77E-493C-A77B-D94156955FEA}" dt="2026-08-27T14:30:55.124" v="137"/>
          <ac:cxnSpMkLst>
            <pc:docMk/>
            <pc:sldMk cId="1526945579" sldId="256"/>
            <ac:cxnSpMk id="54" creationId="{D66B6A7A-A1DD-F6A5-383A-05B0E96F56AC}"/>
          </ac:cxnSpMkLst>
        </pc:cxnChg>
        <pc:cxnChg chg="mod">
          <ac:chgData name="ZUDRELL-KOCH Stefan" userId="e9a6a590-508e-40e7-9af9-9f85dae119b7" providerId="ADAL" clId="{5B748AC7-C77E-493C-A77B-D94156955FEA}" dt="2026-09-01T14:27:07.678" v="1163" actId="1076"/>
          <ac:cxnSpMkLst>
            <pc:docMk/>
            <pc:sldMk cId="1526945579" sldId="256"/>
            <ac:cxnSpMk id="56" creationId="{D274222A-5577-3AC1-7013-BA0E984E55B6}"/>
          </ac:cxnSpMkLst>
        </pc:cxnChg>
        <pc:cxnChg chg="mod">
          <ac:chgData name="ZUDRELL-KOCH Stefan" userId="e9a6a590-508e-40e7-9af9-9f85dae119b7" providerId="ADAL" clId="{5B748AC7-C77E-493C-A77B-D94156955FEA}" dt="2026-08-27T14:30:55.124" v="137"/>
          <ac:cxnSpMkLst>
            <pc:docMk/>
            <pc:sldMk cId="1526945579" sldId="256"/>
            <ac:cxnSpMk id="57" creationId="{A3DF1B4C-4F8E-66DB-D425-55A7821C4EE2}"/>
          </ac:cxnSpMkLst>
        </pc:cxnChg>
        <pc:cxnChg chg="mod">
          <ac:chgData name="ZUDRELL-KOCH Stefan" userId="e9a6a590-508e-40e7-9af9-9f85dae119b7" providerId="ADAL" clId="{5B748AC7-C77E-493C-A77B-D94156955FEA}" dt="2026-09-01T14:33:30.177" v="1265" actId="571"/>
          <ac:cxnSpMkLst>
            <pc:docMk/>
            <pc:sldMk cId="1526945579" sldId="256"/>
            <ac:cxnSpMk id="58" creationId="{5A993B16-A029-9E75-2E47-C20186C639BD}"/>
          </ac:cxnSpMkLst>
        </pc:cxnChg>
        <pc:cxnChg chg="mod">
          <ac:chgData name="ZUDRELL-KOCH Stefan" userId="e9a6a590-508e-40e7-9af9-9f85dae119b7" providerId="ADAL" clId="{5B748AC7-C77E-493C-A77B-D94156955FEA}" dt="2026-09-01T14:33:30.177" v="1265" actId="571"/>
          <ac:cxnSpMkLst>
            <pc:docMk/>
            <pc:sldMk cId="1526945579" sldId="256"/>
            <ac:cxnSpMk id="60" creationId="{17956CE6-0201-334A-86BB-06F0A6B5585B}"/>
          </ac:cxnSpMkLst>
        </pc:cxnChg>
        <pc:cxnChg chg="mod">
          <ac:chgData name="ZUDRELL-KOCH Stefan" userId="e9a6a590-508e-40e7-9af9-9f85dae119b7" providerId="ADAL" clId="{5B748AC7-C77E-493C-A77B-D94156955FEA}" dt="2026-09-01T14:33:30.177" v="1265" actId="571"/>
          <ac:cxnSpMkLst>
            <pc:docMk/>
            <pc:sldMk cId="1526945579" sldId="256"/>
            <ac:cxnSpMk id="61" creationId="{A7A34ACD-54CD-EB0B-96A6-05BD37982322}"/>
          </ac:cxnSpMkLst>
        </pc:cxnChg>
        <pc:cxnChg chg="mod">
          <ac:chgData name="ZUDRELL-KOCH Stefan" userId="e9a6a590-508e-40e7-9af9-9f85dae119b7" providerId="ADAL" clId="{5B748AC7-C77E-493C-A77B-D94156955FEA}" dt="2026-09-01T14:33:30.177" v="1265" actId="571"/>
          <ac:cxnSpMkLst>
            <pc:docMk/>
            <pc:sldMk cId="1526945579" sldId="256"/>
            <ac:cxnSpMk id="62" creationId="{FF7E419C-FF89-C103-873B-A8FEF95C070C}"/>
          </ac:cxnSpMkLst>
        </pc:cxnChg>
        <pc:cxnChg chg="add mod">
          <ac:chgData name="ZUDRELL-KOCH Stefan" userId="e9a6a590-508e-40e7-9af9-9f85dae119b7" providerId="ADAL" clId="{5B748AC7-C77E-493C-A77B-D94156955FEA}" dt="2026-09-01T14:33:46.849" v="1270" actId="1076"/>
          <ac:cxnSpMkLst>
            <pc:docMk/>
            <pc:sldMk cId="1526945579" sldId="256"/>
            <ac:cxnSpMk id="64" creationId="{5DC229BA-BAC9-1D0E-D4D2-F0DD4EB92E3D}"/>
          </ac:cxnSpMkLst>
        </pc:cxnChg>
        <pc:cxnChg chg="add mod">
          <ac:chgData name="ZUDRELL-KOCH Stefan" userId="e9a6a590-508e-40e7-9af9-9f85dae119b7" providerId="ADAL" clId="{5B748AC7-C77E-493C-A77B-D94156955FEA}" dt="2026-09-01T14:33:48.851" v="1271" actId="571"/>
          <ac:cxnSpMkLst>
            <pc:docMk/>
            <pc:sldMk cId="1526945579" sldId="256"/>
            <ac:cxnSpMk id="65" creationId="{B0ADD4A8-59BC-81DD-6E3B-6E592F39E000}"/>
          </ac:cxnSpMkLst>
        </pc:cxnChg>
        <pc:cxnChg chg="add mod">
          <ac:chgData name="ZUDRELL-KOCH Stefan" userId="e9a6a590-508e-40e7-9af9-9f85dae119b7" providerId="ADAL" clId="{5B748AC7-C77E-493C-A77B-D94156955FEA}" dt="2026-09-01T09:28:28.821" v="523" actId="14100"/>
          <ac:cxnSpMkLst>
            <pc:docMk/>
            <pc:sldMk cId="1526945579" sldId="256"/>
            <ac:cxnSpMk id="71" creationId="{281AA415-1B67-7B27-2D08-BDA1C7207114}"/>
          </ac:cxnSpMkLst>
        </pc:cxnChg>
        <pc:cxnChg chg="del mod">
          <ac:chgData name="ZUDRELL-KOCH Stefan" userId="e9a6a590-508e-40e7-9af9-9f85dae119b7" providerId="ADAL" clId="{5B748AC7-C77E-493C-A77B-D94156955FEA}" dt="2026-08-27T14:53:08.456" v="390" actId="478"/>
          <ac:cxnSpMkLst>
            <pc:docMk/>
            <pc:sldMk cId="1526945579" sldId="256"/>
            <ac:cxnSpMk id="77" creationId="{30294C5A-0ABB-B137-5240-6F372B64BDC9}"/>
          </ac:cxnSpMkLst>
        </pc:cxnChg>
        <pc:cxnChg chg="del mod">
          <ac:chgData name="ZUDRELL-KOCH Stefan" userId="e9a6a590-508e-40e7-9af9-9f85dae119b7" providerId="ADAL" clId="{5B748AC7-C77E-493C-A77B-D94156955FEA}" dt="2026-09-01T09:58:15.217" v="1060" actId="478"/>
          <ac:cxnSpMkLst>
            <pc:docMk/>
            <pc:sldMk cId="1526945579" sldId="256"/>
            <ac:cxnSpMk id="80" creationId="{C8E635C8-DCC7-80E8-9F8D-338D1581B79A}"/>
          </ac:cxnSpMkLst>
        </pc:cxnChg>
        <pc:cxnChg chg="del mod">
          <ac:chgData name="ZUDRELL-KOCH Stefan" userId="e9a6a590-508e-40e7-9af9-9f85dae119b7" providerId="ADAL" clId="{5B748AC7-C77E-493C-A77B-D94156955FEA}" dt="2026-09-01T09:58:05.393" v="1057" actId="478"/>
          <ac:cxnSpMkLst>
            <pc:docMk/>
            <pc:sldMk cId="1526945579" sldId="256"/>
            <ac:cxnSpMk id="81" creationId="{A1352A71-FD62-BA6B-34CE-13C12683FEB2}"/>
          </ac:cxnSpMkLst>
        </pc:cxnChg>
        <pc:cxnChg chg="del mod">
          <ac:chgData name="ZUDRELL-KOCH Stefan" userId="e9a6a590-508e-40e7-9af9-9f85dae119b7" providerId="ADAL" clId="{5B748AC7-C77E-493C-A77B-D94156955FEA}" dt="2026-09-01T09:58:05.393" v="1057" actId="478"/>
          <ac:cxnSpMkLst>
            <pc:docMk/>
            <pc:sldMk cId="1526945579" sldId="256"/>
            <ac:cxnSpMk id="82" creationId="{B2BC92D8-0EFD-D217-372E-116F7B5247F7}"/>
          </ac:cxnSpMkLst>
        </pc:cxnChg>
        <pc:cxnChg chg="del mod">
          <ac:chgData name="ZUDRELL-KOCH Stefan" userId="e9a6a590-508e-40e7-9af9-9f85dae119b7" providerId="ADAL" clId="{5B748AC7-C77E-493C-A77B-D94156955FEA}" dt="2026-08-27T14:38:51.777" v="280" actId="478"/>
          <ac:cxnSpMkLst>
            <pc:docMk/>
            <pc:sldMk cId="1526945579" sldId="256"/>
            <ac:cxnSpMk id="85" creationId="{088E2089-DD77-2EFA-DD41-F03F6270831E}"/>
          </ac:cxnSpMkLst>
        </pc:cxnChg>
        <pc:cxnChg chg="add mod">
          <ac:chgData name="ZUDRELL-KOCH Stefan" userId="e9a6a590-508e-40e7-9af9-9f85dae119b7" providerId="ADAL" clId="{5B748AC7-C77E-493C-A77B-D94156955FEA}" dt="2026-09-01T09:26:27.230" v="484" actId="1076"/>
          <ac:cxnSpMkLst>
            <pc:docMk/>
            <pc:sldMk cId="1526945579" sldId="256"/>
            <ac:cxnSpMk id="87" creationId="{B251BA3E-7E96-E7B0-BB3F-6BA6DA0BCD70}"/>
          </ac:cxnSpMkLst>
        </pc:cxnChg>
        <pc:cxnChg chg="del mod">
          <ac:chgData name="ZUDRELL-KOCH Stefan" userId="e9a6a590-508e-40e7-9af9-9f85dae119b7" providerId="ADAL" clId="{5B748AC7-C77E-493C-A77B-D94156955FEA}" dt="2026-09-01T09:58:03.064" v="1056" actId="478"/>
          <ac:cxnSpMkLst>
            <pc:docMk/>
            <pc:sldMk cId="1526945579" sldId="256"/>
            <ac:cxnSpMk id="88" creationId="{9D16C13F-AC48-F654-D1A5-0492070AC15F}"/>
          </ac:cxnSpMkLst>
        </pc:cxnChg>
        <pc:cxnChg chg="del mod">
          <ac:chgData name="ZUDRELL-KOCH Stefan" userId="e9a6a590-508e-40e7-9af9-9f85dae119b7" providerId="ADAL" clId="{5B748AC7-C77E-493C-A77B-D94156955FEA}" dt="2026-09-01T09:58:05.393" v="1057" actId="478"/>
          <ac:cxnSpMkLst>
            <pc:docMk/>
            <pc:sldMk cId="1526945579" sldId="256"/>
            <ac:cxnSpMk id="90" creationId="{D4949E05-AB8D-FE32-05A6-5C5BEBDE6E1B}"/>
          </ac:cxnSpMkLst>
        </pc:cxnChg>
        <pc:cxnChg chg="del mod">
          <ac:chgData name="ZUDRELL-KOCH Stefan" userId="e9a6a590-508e-40e7-9af9-9f85dae119b7" providerId="ADAL" clId="{5B748AC7-C77E-493C-A77B-D94156955FEA}" dt="2026-09-01T09:58:05.393" v="1057" actId="478"/>
          <ac:cxnSpMkLst>
            <pc:docMk/>
            <pc:sldMk cId="1526945579" sldId="256"/>
            <ac:cxnSpMk id="92" creationId="{AB4B3377-35B1-C34E-E6E4-8BA13A77F97F}"/>
          </ac:cxnSpMkLst>
        </pc:cxnChg>
        <pc:cxnChg chg="add mod">
          <ac:chgData name="ZUDRELL-KOCH Stefan" userId="e9a6a590-508e-40e7-9af9-9f85dae119b7" providerId="ADAL" clId="{5B748AC7-C77E-493C-A77B-D94156955FEA}" dt="2026-09-01T09:26:27.230" v="484" actId="1076"/>
          <ac:cxnSpMkLst>
            <pc:docMk/>
            <pc:sldMk cId="1526945579" sldId="256"/>
            <ac:cxnSpMk id="95" creationId="{7DB99BA3-7329-A419-3E74-CDCA14B9BA8D}"/>
          </ac:cxnSpMkLst>
        </pc:cxnChg>
        <pc:cxnChg chg="add mod">
          <ac:chgData name="ZUDRELL-KOCH Stefan" userId="e9a6a590-508e-40e7-9af9-9f85dae119b7" providerId="ADAL" clId="{5B748AC7-C77E-493C-A77B-D94156955FEA}" dt="2026-09-01T09:28:20.732" v="519" actId="1582"/>
          <ac:cxnSpMkLst>
            <pc:docMk/>
            <pc:sldMk cId="1526945579" sldId="256"/>
            <ac:cxnSpMk id="96" creationId="{F1097DDE-8A25-2643-BC40-5A7C46C510A9}"/>
          </ac:cxnSpMkLst>
        </pc:cxnChg>
        <pc:cxnChg chg="del mod">
          <ac:chgData name="ZUDRELL-KOCH Stefan" userId="e9a6a590-508e-40e7-9af9-9f85dae119b7" providerId="ADAL" clId="{5B748AC7-C77E-493C-A77B-D94156955FEA}" dt="2026-08-27T14:39:08.128" v="282" actId="478"/>
          <ac:cxnSpMkLst>
            <pc:docMk/>
            <pc:sldMk cId="1526945579" sldId="256"/>
            <ac:cxnSpMk id="104" creationId="{29CF32D2-24D4-4EA1-44D0-70244228ED66}"/>
          </ac:cxnSpMkLst>
        </pc:cxnChg>
        <pc:cxnChg chg="add mod">
          <ac:chgData name="ZUDRELL-KOCH Stefan" userId="e9a6a590-508e-40e7-9af9-9f85dae119b7" providerId="ADAL" clId="{5B748AC7-C77E-493C-A77B-D94156955FEA}" dt="2026-09-01T09:28:20.732" v="519" actId="1582"/>
          <ac:cxnSpMkLst>
            <pc:docMk/>
            <pc:sldMk cId="1526945579" sldId="256"/>
            <ac:cxnSpMk id="106" creationId="{66DAE13D-2DF4-95FA-0549-7C314328188C}"/>
          </ac:cxnSpMkLst>
        </pc:cxnChg>
        <pc:cxnChg chg="add mod">
          <ac:chgData name="ZUDRELL-KOCH Stefan" userId="e9a6a590-508e-40e7-9af9-9f85dae119b7" providerId="ADAL" clId="{5B748AC7-C77E-493C-A77B-D94156955FEA}" dt="2026-09-01T09:28:20.732" v="519" actId="1582"/>
          <ac:cxnSpMkLst>
            <pc:docMk/>
            <pc:sldMk cId="1526945579" sldId="256"/>
            <ac:cxnSpMk id="123" creationId="{60BE0793-C0EE-A884-8445-EFD227A7C8A9}"/>
          </ac:cxnSpMkLst>
        </pc:cxnChg>
        <pc:cxnChg chg="del mod">
          <ac:chgData name="ZUDRELL-KOCH Stefan" userId="e9a6a590-508e-40e7-9af9-9f85dae119b7" providerId="ADAL" clId="{5B748AC7-C77E-493C-A77B-D94156955FEA}" dt="2026-08-27T14:41:46.094" v="306" actId="478"/>
          <ac:cxnSpMkLst>
            <pc:docMk/>
            <pc:sldMk cId="1526945579" sldId="256"/>
            <ac:cxnSpMk id="134" creationId="{7E33C4BC-E6C2-F6A4-D6C4-1D91134E7FF0}"/>
          </ac:cxnSpMkLst>
        </pc:cxnChg>
        <pc:cxnChg chg="add del mod">
          <ac:chgData name="ZUDRELL-KOCH Stefan" userId="e9a6a590-508e-40e7-9af9-9f85dae119b7" providerId="ADAL" clId="{5B748AC7-C77E-493C-A77B-D94156955FEA}" dt="2026-08-27T14:37:28.118" v="249" actId="478"/>
          <ac:cxnSpMkLst>
            <pc:docMk/>
            <pc:sldMk cId="1526945579" sldId="256"/>
            <ac:cxnSpMk id="135" creationId="{F7A4A561-B1A8-A967-06A3-BB402CCE94D6}"/>
          </ac:cxnSpMkLst>
        </pc:cxnChg>
        <pc:cxnChg chg="add del mod">
          <ac:chgData name="ZUDRELL-KOCH Stefan" userId="e9a6a590-508e-40e7-9af9-9f85dae119b7" providerId="ADAL" clId="{5B748AC7-C77E-493C-A77B-D94156955FEA}" dt="2026-09-01T09:26:29.305" v="485" actId="478"/>
          <ac:cxnSpMkLst>
            <pc:docMk/>
            <pc:sldMk cId="1526945579" sldId="256"/>
            <ac:cxnSpMk id="138" creationId="{0E8C5501-5B64-A46D-A591-038FE3256B8A}"/>
          </ac:cxnSpMkLst>
        </pc:cxnChg>
        <pc:cxnChg chg="add del mod">
          <ac:chgData name="ZUDRELL-KOCH Stefan" userId="e9a6a590-508e-40e7-9af9-9f85dae119b7" providerId="ADAL" clId="{5B748AC7-C77E-493C-A77B-D94156955FEA}" dt="2026-09-01T09:40:31.979" v="644" actId="478"/>
          <ac:cxnSpMkLst>
            <pc:docMk/>
            <pc:sldMk cId="1526945579" sldId="256"/>
            <ac:cxnSpMk id="141" creationId="{7897745E-0714-9C13-E6A4-D01895FAD45B}"/>
          </ac:cxnSpMkLst>
        </pc:cxnChg>
        <pc:cxnChg chg="del mod">
          <ac:chgData name="ZUDRELL-KOCH Stefan" userId="e9a6a590-508e-40e7-9af9-9f85dae119b7" providerId="ADAL" clId="{5B748AC7-C77E-493C-A77B-D94156955FEA}" dt="2026-08-27T14:39:08.128" v="282" actId="478"/>
          <ac:cxnSpMkLst>
            <pc:docMk/>
            <pc:sldMk cId="1526945579" sldId="256"/>
            <ac:cxnSpMk id="142" creationId="{721AFC69-B0E8-7C9D-DB76-F150DC5E05A1}"/>
          </ac:cxnSpMkLst>
        </pc:cxnChg>
        <pc:cxnChg chg="add del mod">
          <ac:chgData name="ZUDRELL-KOCH Stefan" userId="e9a6a590-508e-40e7-9af9-9f85dae119b7" providerId="ADAL" clId="{5B748AC7-C77E-493C-A77B-D94156955FEA}" dt="2026-09-01T09:58:03.064" v="1056" actId="478"/>
          <ac:cxnSpMkLst>
            <pc:docMk/>
            <pc:sldMk cId="1526945579" sldId="256"/>
            <ac:cxnSpMk id="144" creationId="{8C3426A0-2467-A79E-4E5B-943FED445899}"/>
          </ac:cxnSpMkLst>
        </pc:cxnChg>
        <pc:cxnChg chg="add del mod">
          <ac:chgData name="ZUDRELL-KOCH Stefan" userId="e9a6a590-508e-40e7-9af9-9f85dae119b7" providerId="ADAL" clId="{5B748AC7-C77E-493C-A77B-D94156955FEA}" dt="2026-09-01T09:26:30.031" v="486" actId="478"/>
          <ac:cxnSpMkLst>
            <pc:docMk/>
            <pc:sldMk cId="1526945579" sldId="256"/>
            <ac:cxnSpMk id="153" creationId="{44BE747A-7568-DC85-9ABC-0D267E6D57A1}"/>
          </ac:cxnSpMkLst>
        </pc:cxnChg>
        <pc:cxnChg chg="add del mod">
          <ac:chgData name="ZUDRELL-KOCH Stefan" userId="e9a6a590-508e-40e7-9af9-9f85dae119b7" providerId="ADAL" clId="{5B748AC7-C77E-493C-A77B-D94156955FEA}" dt="2026-09-01T09:58:05.393" v="1057" actId="478"/>
          <ac:cxnSpMkLst>
            <pc:docMk/>
            <pc:sldMk cId="1526945579" sldId="256"/>
            <ac:cxnSpMk id="160" creationId="{DC0D671C-518A-ED8D-3086-2CB3C72D3C1B}"/>
          </ac:cxnSpMkLst>
        </pc:cxnChg>
        <pc:cxnChg chg="add del mod">
          <ac:chgData name="ZUDRELL-KOCH Stefan" userId="e9a6a590-508e-40e7-9af9-9f85dae119b7" providerId="ADAL" clId="{5B748AC7-C77E-493C-A77B-D94156955FEA}" dt="2026-09-01T09:59:12.113" v="1081" actId="478"/>
          <ac:cxnSpMkLst>
            <pc:docMk/>
            <pc:sldMk cId="1526945579" sldId="256"/>
            <ac:cxnSpMk id="161" creationId="{875F1488-BD1D-63FC-94AC-EE719D7B5A7A}"/>
          </ac:cxnSpMkLst>
        </pc:cxnChg>
        <pc:cxnChg chg="add del mod">
          <ac:chgData name="ZUDRELL-KOCH Stefan" userId="e9a6a590-508e-40e7-9af9-9f85dae119b7" providerId="ADAL" clId="{5B748AC7-C77E-493C-A77B-D94156955FEA}" dt="2026-09-01T09:59:07.531" v="1078" actId="478"/>
          <ac:cxnSpMkLst>
            <pc:docMk/>
            <pc:sldMk cId="1526945579" sldId="256"/>
            <ac:cxnSpMk id="165" creationId="{B294EB1D-304D-BD48-2DC8-88E47EFF9D74}"/>
          </ac:cxnSpMkLst>
        </pc:cxnChg>
        <pc:cxnChg chg="add del mod">
          <ac:chgData name="ZUDRELL-KOCH Stefan" userId="e9a6a590-508e-40e7-9af9-9f85dae119b7" providerId="ADAL" clId="{5B748AC7-C77E-493C-A77B-D94156955FEA}" dt="2026-09-01T09:45:45.989" v="773" actId="478"/>
          <ac:cxnSpMkLst>
            <pc:docMk/>
            <pc:sldMk cId="1526945579" sldId="256"/>
            <ac:cxnSpMk id="173" creationId="{CF5AA766-DD65-BD92-109B-CBB56EC6C270}"/>
          </ac:cxnSpMkLst>
        </pc:cxnChg>
        <pc:cxnChg chg="mod">
          <ac:chgData name="ZUDRELL-KOCH Stefan" userId="e9a6a590-508e-40e7-9af9-9f85dae119b7" providerId="ADAL" clId="{5B748AC7-C77E-493C-A77B-D94156955FEA}" dt="2026-09-01T09:26:49.738" v="488"/>
          <ac:cxnSpMkLst>
            <pc:docMk/>
            <pc:sldMk cId="1526945579" sldId="256"/>
            <ac:cxnSpMk id="179" creationId="{461A93F8-68D0-7738-8562-BED30AD9CC1A}"/>
          </ac:cxnSpMkLst>
        </pc:cxnChg>
        <pc:cxnChg chg="mod">
          <ac:chgData name="ZUDRELL-KOCH Stefan" userId="e9a6a590-508e-40e7-9af9-9f85dae119b7" providerId="ADAL" clId="{5B748AC7-C77E-493C-A77B-D94156955FEA}" dt="2026-09-01T09:26:49.738" v="488"/>
          <ac:cxnSpMkLst>
            <pc:docMk/>
            <pc:sldMk cId="1526945579" sldId="256"/>
            <ac:cxnSpMk id="180" creationId="{8BBAED95-D7A6-20C4-BEFB-8CCC2A566014}"/>
          </ac:cxnSpMkLst>
        </pc:cxnChg>
        <pc:cxnChg chg="mod">
          <ac:chgData name="ZUDRELL-KOCH Stefan" userId="e9a6a590-508e-40e7-9af9-9f85dae119b7" providerId="ADAL" clId="{5B748AC7-C77E-493C-A77B-D94156955FEA}" dt="2026-09-01T09:26:49.738" v="488"/>
          <ac:cxnSpMkLst>
            <pc:docMk/>
            <pc:sldMk cId="1526945579" sldId="256"/>
            <ac:cxnSpMk id="181" creationId="{11C26819-9452-3938-39FD-B6752833A8AE}"/>
          </ac:cxnSpMkLst>
        </pc:cxnChg>
        <pc:cxnChg chg="add mod">
          <ac:chgData name="ZUDRELL-KOCH Stefan" userId="e9a6a590-508e-40e7-9af9-9f85dae119b7" providerId="ADAL" clId="{5B748AC7-C77E-493C-A77B-D94156955FEA}" dt="2026-09-01T09:28:20.732" v="519" actId="1582"/>
          <ac:cxnSpMkLst>
            <pc:docMk/>
            <pc:sldMk cId="1526945579" sldId="256"/>
            <ac:cxnSpMk id="183" creationId="{E3ABBDE7-E2E8-25AB-C10E-B439A220FA3D}"/>
          </ac:cxnSpMkLst>
        </pc:cxnChg>
        <pc:cxnChg chg="add mod">
          <ac:chgData name="ZUDRELL-KOCH Stefan" userId="e9a6a590-508e-40e7-9af9-9f85dae119b7" providerId="ADAL" clId="{5B748AC7-C77E-493C-A77B-D94156955FEA}" dt="2026-09-01T09:29:02.438" v="534" actId="14100"/>
          <ac:cxnSpMkLst>
            <pc:docMk/>
            <pc:sldMk cId="1526945579" sldId="256"/>
            <ac:cxnSpMk id="193" creationId="{ABD99D13-DB2A-E7BC-02CF-97C5A3803D68}"/>
          </ac:cxnSpMkLst>
        </pc:cxnChg>
        <pc:cxnChg chg="add mod">
          <ac:chgData name="ZUDRELL-KOCH Stefan" userId="e9a6a590-508e-40e7-9af9-9f85dae119b7" providerId="ADAL" clId="{5B748AC7-C77E-493C-A77B-D94156955FEA}" dt="2026-09-01T09:29:00.222" v="533" actId="14100"/>
          <ac:cxnSpMkLst>
            <pc:docMk/>
            <pc:sldMk cId="1526945579" sldId="256"/>
            <ac:cxnSpMk id="195" creationId="{A89625A3-2CAD-EF2E-E8AD-1A1AF4FF8688}"/>
          </ac:cxnSpMkLst>
        </pc:cxnChg>
        <pc:cxnChg chg="mod">
          <ac:chgData name="ZUDRELL-KOCH Stefan" userId="e9a6a590-508e-40e7-9af9-9f85dae119b7" providerId="ADAL" clId="{5B748AC7-C77E-493C-A77B-D94156955FEA}" dt="2026-09-01T09:29:09.162" v="535"/>
          <ac:cxnSpMkLst>
            <pc:docMk/>
            <pc:sldMk cId="1526945579" sldId="256"/>
            <ac:cxnSpMk id="199" creationId="{CE9E2ECB-794D-128F-0A37-33B0D27B7242}"/>
          </ac:cxnSpMkLst>
        </pc:cxnChg>
        <pc:cxnChg chg="mod">
          <ac:chgData name="ZUDRELL-KOCH Stefan" userId="e9a6a590-508e-40e7-9af9-9f85dae119b7" providerId="ADAL" clId="{5B748AC7-C77E-493C-A77B-D94156955FEA}" dt="2026-09-01T09:29:09.162" v="535"/>
          <ac:cxnSpMkLst>
            <pc:docMk/>
            <pc:sldMk cId="1526945579" sldId="256"/>
            <ac:cxnSpMk id="200" creationId="{4C604A73-FC84-0568-50DD-1A9704143A95}"/>
          </ac:cxnSpMkLst>
        </pc:cxnChg>
        <pc:cxnChg chg="add del mod">
          <ac:chgData name="ZUDRELL-KOCH Stefan" userId="e9a6a590-508e-40e7-9af9-9f85dae119b7" providerId="ADAL" clId="{5B748AC7-C77E-493C-A77B-D94156955FEA}" dt="2026-09-01T09:58:17.638" v="1061" actId="478"/>
          <ac:cxnSpMkLst>
            <pc:docMk/>
            <pc:sldMk cId="1526945579" sldId="256"/>
            <ac:cxnSpMk id="201" creationId="{1A1769BC-C6D1-2958-67A7-EF8068F2F910}"/>
          </ac:cxnSpMkLst>
        </pc:cxnChg>
        <pc:cxnChg chg="add mod">
          <ac:chgData name="ZUDRELL-KOCH Stefan" userId="e9a6a590-508e-40e7-9af9-9f85dae119b7" providerId="ADAL" clId="{5B748AC7-C77E-493C-A77B-D94156955FEA}" dt="2026-09-01T09:51:38.799" v="919" actId="1076"/>
          <ac:cxnSpMkLst>
            <pc:docMk/>
            <pc:sldMk cId="1526945579" sldId="256"/>
            <ac:cxnSpMk id="202" creationId="{088CD877-73CC-68FD-2E92-D484845E2B0D}"/>
          </ac:cxnSpMkLst>
        </pc:cxnChg>
        <pc:cxnChg chg="mod">
          <ac:chgData name="ZUDRELL-KOCH Stefan" userId="e9a6a590-508e-40e7-9af9-9f85dae119b7" providerId="ADAL" clId="{5B748AC7-C77E-493C-A77B-D94156955FEA}" dt="2026-09-01T09:29:48.499" v="541"/>
          <ac:cxnSpMkLst>
            <pc:docMk/>
            <pc:sldMk cId="1526945579" sldId="256"/>
            <ac:cxnSpMk id="204" creationId="{CBDF5F54-C2C7-2A1C-375B-AC04C4558565}"/>
          </ac:cxnSpMkLst>
        </pc:cxnChg>
        <pc:cxnChg chg="mod">
          <ac:chgData name="ZUDRELL-KOCH Stefan" userId="e9a6a590-508e-40e7-9af9-9f85dae119b7" providerId="ADAL" clId="{5B748AC7-C77E-493C-A77B-D94156955FEA}" dt="2026-09-01T09:29:48.499" v="541"/>
          <ac:cxnSpMkLst>
            <pc:docMk/>
            <pc:sldMk cId="1526945579" sldId="256"/>
            <ac:cxnSpMk id="207" creationId="{CEA2F230-0C93-10F0-0F55-BF71E7E9E102}"/>
          </ac:cxnSpMkLst>
        </pc:cxnChg>
        <pc:cxnChg chg="add mod">
          <ac:chgData name="ZUDRELL-KOCH Stefan" userId="e9a6a590-508e-40e7-9af9-9f85dae119b7" providerId="ADAL" clId="{5B748AC7-C77E-493C-A77B-D94156955FEA}" dt="2026-09-01T09:51:32.264" v="915" actId="14100"/>
          <ac:cxnSpMkLst>
            <pc:docMk/>
            <pc:sldMk cId="1526945579" sldId="256"/>
            <ac:cxnSpMk id="211" creationId="{2C1883B7-77F7-A60A-2FF2-347284DD0A3D}"/>
          </ac:cxnSpMkLst>
        </pc:cxnChg>
        <pc:cxnChg chg="add mod">
          <ac:chgData name="ZUDRELL-KOCH Stefan" userId="e9a6a590-508e-40e7-9af9-9f85dae119b7" providerId="ADAL" clId="{5B748AC7-C77E-493C-A77B-D94156955FEA}" dt="2026-09-01T09:39:51.048" v="606" actId="14100"/>
          <ac:cxnSpMkLst>
            <pc:docMk/>
            <pc:sldMk cId="1526945579" sldId="256"/>
            <ac:cxnSpMk id="215" creationId="{F2F92F92-89FF-EADA-E4C1-E50E0500B247}"/>
          </ac:cxnSpMkLst>
        </pc:cxnChg>
        <pc:cxnChg chg="add mod">
          <ac:chgData name="ZUDRELL-KOCH Stefan" userId="e9a6a590-508e-40e7-9af9-9f85dae119b7" providerId="ADAL" clId="{5B748AC7-C77E-493C-A77B-D94156955FEA}" dt="2026-09-01T09:40:34.430" v="645" actId="1076"/>
          <ac:cxnSpMkLst>
            <pc:docMk/>
            <pc:sldMk cId="1526945579" sldId="256"/>
            <ac:cxnSpMk id="222" creationId="{30C617FC-A705-A68B-B659-5F08BF2CE65F}"/>
          </ac:cxnSpMkLst>
        </pc:cxnChg>
        <pc:cxnChg chg="add mod">
          <ac:chgData name="ZUDRELL-KOCH Stefan" userId="e9a6a590-508e-40e7-9af9-9f85dae119b7" providerId="ADAL" clId="{5B748AC7-C77E-493C-A77B-D94156955FEA}" dt="2026-09-01T09:40:38.294" v="646" actId="571"/>
          <ac:cxnSpMkLst>
            <pc:docMk/>
            <pc:sldMk cId="1526945579" sldId="256"/>
            <ac:cxnSpMk id="224" creationId="{ECF6E34C-AD0E-8928-7D9A-C14595DC59BE}"/>
          </ac:cxnSpMkLst>
        </pc:cxnChg>
        <pc:cxnChg chg="add del mod">
          <ac:chgData name="ZUDRELL-KOCH Stefan" userId="e9a6a590-508e-40e7-9af9-9f85dae119b7" providerId="ADAL" clId="{5B748AC7-C77E-493C-A77B-D94156955FEA}" dt="2026-09-01T09:42:24.701" v="683" actId="478"/>
          <ac:cxnSpMkLst>
            <pc:docMk/>
            <pc:sldMk cId="1526945579" sldId="256"/>
            <ac:cxnSpMk id="230" creationId="{B710FBA7-37CD-6BB9-929F-71006E20C03E}"/>
          </ac:cxnSpMkLst>
        </pc:cxnChg>
        <pc:cxnChg chg="add mod">
          <ac:chgData name="ZUDRELL-KOCH Stefan" userId="e9a6a590-508e-40e7-9af9-9f85dae119b7" providerId="ADAL" clId="{5B748AC7-C77E-493C-A77B-D94156955FEA}" dt="2026-09-01T09:45:07.647" v="766" actId="14100"/>
          <ac:cxnSpMkLst>
            <pc:docMk/>
            <pc:sldMk cId="1526945579" sldId="256"/>
            <ac:cxnSpMk id="231" creationId="{939D932D-74CC-729D-3C17-57EAF6CEA5FF}"/>
          </ac:cxnSpMkLst>
        </pc:cxnChg>
        <pc:cxnChg chg="mod">
          <ac:chgData name="ZUDRELL-KOCH Stefan" userId="e9a6a590-508e-40e7-9af9-9f85dae119b7" providerId="ADAL" clId="{5B748AC7-C77E-493C-A77B-D94156955FEA}" dt="2026-09-01T09:42:17.649" v="681"/>
          <ac:cxnSpMkLst>
            <pc:docMk/>
            <pc:sldMk cId="1526945579" sldId="256"/>
            <ac:cxnSpMk id="233" creationId="{99F97853-25D4-593A-EB1D-3EB104D8A4C9}"/>
          </ac:cxnSpMkLst>
        </pc:cxnChg>
        <pc:cxnChg chg="mod">
          <ac:chgData name="ZUDRELL-KOCH Stefan" userId="e9a6a590-508e-40e7-9af9-9f85dae119b7" providerId="ADAL" clId="{5B748AC7-C77E-493C-A77B-D94156955FEA}" dt="2026-09-01T09:42:17.649" v="681"/>
          <ac:cxnSpMkLst>
            <pc:docMk/>
            <pc:sldMk cId="1526945579" sldId="256"/>
            <ac:cxnSpMk id="236" creationId="{13D07054-FA36-B015-9893-45803B491464}"/>
          </ac:cxnSpMkLst>
        </pc:cxnChg>
        <pc:cxnChg chg="add mod">
          <ac:chgData name="ZUDRELL-KOCH Stefan" userId="e9a6a590-508e-40e7-9af9-9f85dae119b7" providerId="ADAL" clId="{5B748AC7-C77E-493C-A77B-D94156955FEA}" dt="2026-09-01T09:42:31.908" v="686" actId="1076"/>
          <ac:cxnSpMkLst>
            <pc:docMk/>
            <pc:sldMk cId="1526945579" sldId="256"/>
            <ac:cxnSpMk id="241" creationId="{6D4CA7E2-65CA-8748-B372-C108830E0DDC}"/>
          </ac:cxnSpMkLst>
        </pc:cxnChg>
        <pc:cxnChg chg="add mod">
          <ac:chgData name="ZUDRELL-KOCH Stefan" userId="e9a6a590-508e-40e7-9af9-9f85dae119b7" providerId="ADAL" clId="{5B748AC7-C77E-493C-A77B-D94156955FEA}" dt="2026-09-01T09:43:36.690" v="714" actId="571"/>
          <ac:cxnSpMkLst>
            <pc:docMk/>
            <pc:sldMk cId="1526945579" sldId="256"/>
            <ac:cxnSpMk id="246" creationId="{F018D728-1510-2AB2-F4F9-86DB7C31B4A7}"/>
          </ac:cxnSpMkLst>
        </pc:cxnChg>
        <pc:cxnChg chg="add mod">
          <ac:chgData name="ZUDRELL-KOCH Stefan" userId="e9a6a590-508e-40e7-9af9-9f85dae119b7" providerId="ADAL" clId="{5B748AC7-C77E-493C-A77B-D94156955FEA}" dt="2026-09-01T09:44:59.043" v="764" actId="1076"/>
          <ac:cxnSpMkLst>
            <pc:docMk/>
            <pc:sldMk cId="1526945579" sldId="256"/>
            <ac:cxnSpMk id="248" creationId="{6DE0BBC8-E762-33EF-8021-A87E1B2B947E}"/>
          </ac:cxnSpMkLst>
        </pc:cxnChg>
        <pc:cxnChg chg="add del mod">
          <ac:chgData name="ZUDRELL-KOCH Stefan" userId="e9a6a590-508e-40e7-9af9-9f85dae119b7" providerId="ADAL" clId="{5B748AC7-C77E-493C-A77B-D94156955FEA}" dt="2026-09-01T09:49:00.138" v="848" actId="21"/>
          <ac:cxnSpMkLst>
            <pc:docMk/>
            <pc:sldMk cId="1526945579" sldId="256"/>
            <ac:cxnSpMk id="252" creationId="{90B094AA-2C5C-D633-A3D8-A6D7A85F1821}"/>
          </ac:cxnSpMkLst>
        </pc:cxnChg>
        <pc:cxnChg chg="add mod">
          <ac:chgData name="ZUDRELL-KOCH Stefan" userId="e9a6a590-508e-40e7-9af9-9f85dae119b7" providerId="ADAL" clId="{5B748AC7-C77E-493C-A77B-D94156955FEA}" dt="2026-09-01T09:47:40.307" v="826" actId="14100"/>
          <ac:cxnSpMkLst>
            <pc:docMk/>
            <pc:sldMk cId="1526945579" sldId="256"/>
            <ac:cxnSpMk id="257" creationId="{C0962914-A0F3-02E3-79E2-D58C3D068ECA}"/>
          </ac:cxnSpMkLst>
        </pc:cxnChg>
        <pc:cxnChg chg="add mod">
          <ac:chgData name="ZUDRELL-KOCH Stefan" userId="e9a6a590-508e-40e7-9af9-9f85dae119b7" providerId="ADAL" clId="{5B748AC7-C77E-493C-A77B-D94156955FEA}" dt="2026-09-01T09:48:07.517" v="836" actId="14100"/>
          <ac:cxnSpMkLst>
            <pc:docMk/>
            <pc:sldMk cId="1526945579" sldId="256"/>
            <ac:cxnSpMk id="262" creationId="{61C877D1-8186-9640-7ABF-D8A2F723C81C}"/>
          </ac:cxnSpMkLst>
        </pc:cxnChg>
        <pc:cxnChg chg="add mod">
          <ac:chgData name="ZUDRELL-KOCH Stefan" userId="e9a6a590-508e-40e7-9af9-9f85dae119b7" providerId="ADAL" clId="{5B748AC7-C77E-493C-A77B-D94156955FEA}" dt="2026-09-01T09:52:42.339" v="946" actId="14100"/>
          <ac:cxnSpMkLst>
            <pc:docMk/>
            <pc:sldMk cId="1526945579" sldId="256"/>
            <ac:cxnSpMk id="264" creationId="{9126620E-D4C4-524E-A37B-1D89348ADA5E}"/>
          </ac:cxnSpMkLst>
        </pc:cxnChg>
        <pc:cxnChg chg="add mod">
          <ac:chgData name="ZUDRELL-KOCH Stefan" userId="e9a6a590-508e-40e7-9af9-9f85dae119b7" providerId="ADAL" clId="{5B748AC7-C77E-493C-A77B-D94156955FEA}" dt="2026-09-01T09:48:02.789" v="834" actId="14100"/>
          <ac:cxnSpMkLst>
            <pc:docMk/>
            <pc:sldMk cId="1526945579" sldId="256"/>
            <ac:cxnSpMk id="268" creationId="{ABF0ED72-9AA9-82D2-713E-4AA999C0073E}"/>
          </ac:cxnSpMkLst>
        </pc:cxnChg>
        <pc:cxnChg chg="add mod">
          <ac:chgData name="ZUDRELL-KOCH Stefan" userId="e9a6a590-508e-40e7-9af9-9f85dae119b7" providerId="ADAL" clId="{5B748AC7-C77E-493C-A77B-D94156955FEA}" dt="2026-09-01T09:48:13.757" v="837" actId="14100"/>
          <ac:cxnSpMkLst>
            <pc:docMk/>
            <pc:sldMk cId="1526945579" sldId="256"/>
            <ac:cxnSpMk id="270" creationId="{53EE0AF3-4908-86FE-94F5-07214D93BCAD}"/>
          </ac:cxnSpMkLst>
        </pc:cxnChg>
        <pc:cxnChg chg="add mod">
          <ac:chgData name="ZUDRELL-KOCH Stefan" userId="e9a6a590-508e-40e7-9af9-9f85dae119b7" providerId="ADAL" clId="{5B748AC7-C77E-493C-A77B-D94156955FEA}" dt="2026-09-01T09:49:10.491" v="852" actId="14100"/>
          <ac:cxnSpMkLst>
            <pc:docMk/>
            <pc:sldMk cId="1526945579" sldId="256"/>
            <ac:cxnSpMk id="276" creationId="{4626B6E2-5BEF-07AA-A432-D5517D505704}"/>
          </ac:cxnSpMkLst>
        </pc:cxnChg>
        <pc:cxnChg chg="add mod">
          <ac:chgData name="ZUDRELL-KOCH Stefan" userId="e9a6a590-508e-40e7-9af9-9f85dae119b7" providerId="ADAL" clId="{5B748AC7-C77E-493C-A77B-D94156955FEA}" dt="2026-09-01T09:49:35.619" v="860" actId="1076"/>
          <ac:cxnSpMkLst>
            <pc:docMk/>
            <pc:sldMk cId="1526945579" sldId="256"/>
            <ac:cxnSpMk id="280" creationId="{4DB917D1-D669-BF23-FCE2-564E17736B6B}"/>
          </ac:cxnSpMkLst>
        </pc:cxnChg>
        <pc:cxnChg chg="add mod">
          <ac:chgData name="ZUDRELL-KOCH Stefan" userId="e9a6a590-508e-40e7-9af9-9f85dae119b7" providerId="ADAL" clId="{5B748AC7-C77E-493C-A77B-D94156955FEA}" dt="2026-09-01T09:50:00.822" v="867" actId="571"/>
          <ac:cxnSpMkLst>
            <pc:docMk/>
            <pc:sldMk cId="1526945579" sldId="256"/>
            <ac:cxnSpMk id="284" creationId="{303C81F3-CD05-D0CE-9CF9-9491056B1A89}"/>
          </ac:cxnSpMkLst>
        </pc:cxnChg>
        <pc:cxnChg chg="add mod">
          <ac:chgData name="ZUDRELL-KOCH Stefan" userId="e9a6a590-508e-40e7-9af9-9f85dae119b7" providerId="ADAL" clId="{5B748AC7-C77E-493C-A77B-D94156955FEA}" dt="2026-09-01T09:50:40.524" v="891" actId="571"/>
          <ac:cxnSpMkLst>
            <pc:docMk/>
            <pc:sldMk cId="1526945579" sldId="256"/>
            <ac:cxnSpMk id="287" creationId="{E07D8614-56EF-D090-ED11-FE7BB68CDEE7}"/>
          </ac:cxnSpMkLst>
        </pc:cxnChg>
        <pc:cxnChg chg="add mod">
          <ac:chgData name="ZUDRELL-KOCH Stefan" userId="e9a6a590-508e-40e7-9af9-9f85dae119b7" providerId="ADAL" clId="{5B748AC7-C77E-493C-A77B-D94156955FEA}" dt="2026-09-01T09:50:45.781" v="893" actId="14100"/>
          <ac:cxnSpMkLst>
            <pc:docMk/>
            <pc:sldMk cId="1526945579" sldId="256"/>
            <ac:cxnSpMk id="288" creationId="{80D571AA-247F-A0A8-9740-F26B34E09430}"/>
          </ac:cxnSpMkLst>
        </pc:cxnChg>
        <pc:cxnChg chg="add mod">
          <ac:chgData name="ZUDRELL-KOCH Stefan" userId="e9a6a590-508e-40e7-9af9-9f85dae119b7" providerId="ADAL" clId="{5B748AC7-C77E-493C-A77B-D94156955FEA}" dt="2026-09-01T09:50:47.671" v="894" actId="571"/>
          <ac:cxnSpMkLst>
            <pc:docMk/>
            <pc:sldMk cId="1526945579" sldId="256"/>
            <ac:cxnSpMk id="290" creationId="{39224C79-7DBD-316A-0812-43639FC15519}"/>
          </ac:cxnSpMkLst>
        </pc:cxnChg>
        <pc:cxnChg chg="add mod">
          <ac:chgData name="ZUDRELL-KOCH Stefan" userId="e9a6a590-508e-40e7-9af9-9f85dae119b7" providerId="ADAL" clId="{5B748AC7-C77E-493C-A77B-D94156955FEA}" dt="2026-09-01T09:51:48.268" v="922" actId="571"/>
          <ac:cxnSpMkLst>
            <pc:docMk/>
            <pc:sldMk cId="1526945579" sldId="256"/>
            <ac:cxnSpMk id="294" creationId="{44977CB9-F3AC-925F-B5D6-3F1C0B6A747B}"/>
          </ac:cxnSpMkLst>
        </pc:cxnChg>
        <pc:cxnChg chg="add del mod">
          <ac:chgData name="ZUDRELL-KOCH Stefan" userId="e9a6a590-508e-40e7-9af9-9f85dae119b7" providerId="ADAL" clId="{5B748AC7-C77E-493C-A77B-D94156955FEA}" dt="2026-09-01T14:30:36.159" v="1235" actId="478"/>
          <ac:cxnSpMkLst>
            <pc:docMk/>
            <pc:sldMk cId="1526945579" sldId="256"/>
            <ac:cxnSpMk id="297" creationId="{57BADE36-72AB-7CFB-89D6-157CC6D0B6EE}"/>
          </ac:cxnSpMkLst>
        </pc:cxnChg>
        <pc:cxnChg chg="add mod">
          <ac:chgData name="ZUDRELL-KOCH Stefan" userId="e9a6a590-508e-40e7-9af9-9f85dae119b7" providerId="ADAL" clId="{5B748AC7-C77E-493C-A77B-D94156955FEA}" dt="2026-09-01T09:52:37.135" v="944" actId="14100"/>
          <ac:cxnSpMkLst>
            <pc:docMk/>
            <pc:sldMk cId="1526945579" sldId="256"/>
            <ac:cxnSpMk id="300" creationId="{DC9B7E80-8C43-FC64-18FC-E85BB25B2F28}"/>
          </ac:cxnSpMkLst>
        </pc:cxnChg>
        <pc:cxnChg chg="add mod">
          <ac:chgData name="ZUDRELL-KOCH Stefan" userId="e9a6a590-508e-40e7-9af9-9f85dae119b7" providerId="ADAL" clId="{5B748AC7-C77E-493C-A77B-D94156955FEA}" dt="2026-09-01T09:54:30.635" v="982" actId="14100"/>
          <ac:cxnSpMkLst>
            <pc:docMk/>
            <pc:sldMk cId="1526945579" sldId="256"/>
            <ac:cxnSpMk id="305" creationId="{AE4EBD66-E47A-2A1F-6738-6B9CD4522C5C}"/>
          </ac:cxnSpMkLst>
        </pc:cxnChg>
        <pc:cxnChg chg="add mod">
          <ac:chgData name="ZUDRELL-KOCH Stefan" userId="e9a6a590-508e-40e7-9af9-9f85dae119b7" providerId="ADAL" clId="{5B748AC7-C77E-493C-A77B-D94156955FEA}" dt="2026-09-01T09:54:32.280" v="983" actId="571"/>
          <ac:cxnSpMkLst>
            <pc:docMk/>
            <pc:sldMk cId="1526945579" sldId="256"/>
            <ac:cxnSpMk id="308" creationId="{0D3BA19D-4D42-EC9B-A081-6627C6B1872A}"/>
          </ac:cxnSpMkLst>
        </pc:cxnChg>
        <pc:cxnChg chg="add del mod">
          <ac:chgData name="ZUDRELL-KOCH Stefan" userId="e9a6a590-508e-40e7-9af9-9f85dae119b7" providerId="ADAL" clId="{5B748AC7-C77E-493C-A77B-D94156955FEA}" dt="2026-09-01T09:57:17.026" v="1046" actId="478"/>
          <ac:cxnSpMkLst>
            <pc:docMk/>
            <pc:sldMk cId="1526945579" sldId="256"/>
            <ac:cxnSpMk id="309" creationId="{F28AAFD9-4E5A-C424-42BF-1DAFB6830AE1}"/>
          </ac:cxnSpMkLst>
        </pc:cxnChg>
        <pc:cxnChg chg="add del mod">
          <ac:chgData name="ZUDRELL-KOCH Stefan" userId="e9a6a590-508e-40e7-9af9-9f85dae119b7" providerId="ADAL" clId="{5B748AC7-C77E-493C-A77B-D94156955FEA}" dt="2026-09-01T09:57:17.026" v="1046" actId="478"/>
          <ac:cxnSpMkLst>
            <pc:docMk/>
            <pc:sldMk cId="1526945579" sldId="256"/>
            <ac:cxnSpMk id="310" creationId="{CBB86DDD-81D3-5CB8-4EE3-3AE4BD3BF8E0}"/>
          </ac:cxnSpMkLst>
        </pc:cxnChg>
        <pc:cxnChg chg="add mod">
          <ac:chgData name="ZUDRELL-KOCH Stefan" userId="e9a6a590-508e-40e7-9af9-9f85dae119b7" providerId="ADAL" clId="{5B748AC7-C77E-493C-A77B-D94156955FEA}" dt="2026-09-01T09:54:38.022" v="987" actId="571"/>
          <ac:cxnSpMkLst>
            <pc:docMk/>
            <pc:sldMk cId="1526945579" sldId="256"/>
            <ac:cxnSpMk id="311" creationId="{5FE719DC-0769-C473-0AC4-9FA66E8A8F18}"/>
          </ac:cxnSpMkLst>
        </pc:cxnChg>
        <pc:cxnChg chg="add del mod">
          <ac:chgData name="ZUDRELL-KOCH Stefan" userId="e9a6a590-508e-40e7-9af9-9f85dae119b7" providerId="ADAL" clId="{5B748AC7-C77E-493C-A77B-D94156955FEA}" dt="2026-09-01T09:54:55.467" v="990" actId="478"/>
          <ac:cxnSpMkLst>
            <pc:docMk/>
            <pc:sldMk cId="1526945579" sldId="256"/>
            <ac:cxnSpMk id="312" creationId="{4EA84CAF-BD96-BA2A-65F1-D84DFB4C238B}"/>
          </ac:cxnSpMkLst>
        </pc:cxnChg>
        <pc:cxnChg chg="add del mod">
          <ac:chgData name="ZUDRELL-KOCH Stefan" userId="e9a6a590-508e-40e7-9af9-9f85dae119b7" providerId="ADAL" clId="{5B748AC7-C77E-493C-A77B-D94156955FEA}" dt="2026-09-01T09:54:55.467" v="990" actId="478"/>
          <ac:cxnSpMkLst>
            <pc:docMk/>
            <pc:sldMk cId="1526945579" sldId="256"/>
            <ac:cxnSpMk id="313" creationId="{19AED25C-61D7-A8D7-DC5B-96E5A90D461A}"/>
          </ac:cxnSpMkLst>
        </pc:cxnChg>
        <pc:cxnChg chg="add del mod">
          <ac:chgData name="ZUDRELL-KOCH Stefan" userId="e9a6a590-508e-40e7-9af9-9f85dae119b7" providerId="ADAL" clId="{5B748AC7-C77E-493C-A77B-D94156955FEA}" dt="2026-09-01T09:54:55.467" v="990" actId="478"/>
          <ac:cxnSpMkLst>
            <pc:docMk/>
            <pc:sldMk cId="1526945579" sldId="256"/>
            <ac:cxnSpMk id="314" creationId="{C37F2928-2D3B-A520-3A58-890D6A8B3666}"/>
          </ac:cxnSpMkLst>
        </pc:cxnChg>
        <pc:cxnChg chg="add del mod">
          <ac:chgData name="ZUDRELL-KOCH Stefan" userId="e9a6a590-508e-40e7-9af9-9f85dae119b7" providerId="ADAL" clId="{5B748AC7-C77E-493C-A77B-D94156955FEA}" dt="2026-09-01T09:54:55.467" v="990" actId="478"/>
          <ac:cxnSpMkLst>
            <pc:docMk/>
            <pc:sldMk cId="1526945579" sldId="256"/>
            <ac:cxnSpMk id="315" creationId="{C625CCD3-6518-2C5C-5458-B239990DD7B0}"/>
          </ac:cxnSpMkLst>
        </pc:cxnChg>
        <pc:cxnChg chg="add del mod">
          <ac:chgData name="ZUDRELL-KOCH Stefan" userId="e9a6a590-508e-40e7-9af9-9f85dae119b7" providerId="ADAL" clId="{5B748AC7-C77E-493C-A77B-D94156955FEA}" dt="2026-09-01T09:54:55.467" v="990" actId="478"/>
          <ac:cxnSpMkLst>
            <pc:docMk/>
            <pc:sldMk cId="1526945579" sldId="256"/>
            <ac:cxnSpMk id="316" creationId="{539F0803-CD3B-4DDD-C9D4-A5B48225791F}"/>
          </ac:cxnSpMkLst>
        </pc:cxnChg>
        <pc:cxnChg chg="add mod">
          <ac:chgData name="ZUDRELL-KOCH Stefan" userId="e9a6a590-508e-40e7-9af9-9f85dae119b7" providerId="ADAL" clId="{5B748AC7-C77E-493C-A77B-D94156955FEA}" dt="2026-09-01T09:56:57.441" v="1033" actId="1076"/>
          <ac:cxnSpMkLst>
            <pc:docMk/>
            <pc:sldMk cId="1526945579" sldId="256"/>
            <ac:cxnSpMk id="322" creationId="{9C37B10E-7436-CB29-16FA-728568BE75F8}"/>
          </ac:cxnSpMkLst>
        </pc:cxnChg>
        <pc:cxnChg chg="add del mod">
          <ac:chgData name="ZUDRELL-KOCH Stefan" userId="e9a6a590-508e-40e7-9af9-9f85dae119b7" providerId="ADAL" clId="{5B748AC7-C77E-493C-A77B-D94156955FEA}" dt="2026-09-01T09:55:35.210" v="1007" actId="478"/>
          <ac:cxnSpMkLst>
            <pc:docMk/>
            <pc:sldMk cId="1526945579" sldId="256"/>
            <ac:cxnSpMk id="325" creationId="{6A8EFD5F-03B1-01CE-798F-3BD4CF1D41AD}"/>
          </ac:cxnSpMkLst>
        </pc:cxnChg>
        <pc:cxnChg chg="add mod">
          <ac:chgData name="ZUDRELL-KOCH Stefan" userId="e9a6a590-508e-40e7-9af9-9f85dae119b7" providerId="ADAL" clId="{5B748AC7-C77E-493C-A77B-D94156955FEA}" dt="2026-09-01T09:56:16.695" v="1027" actId="1076"/>
          <ac:cxnSpMkLst>
            <pc:docMk/>
            <pc:sldMk cId="1526945579" sldId="256"/>
            <ac:cxnSpMk id="326" creationId="{F44CCB7F-D143-1230-AD3D-BEE1FD9A31C5}"/>
          </ac:cxnSpMkLst>
        </pc:cxnChg>
        <pc:cxnChg chg="add mod">
          <ac:chgData name="ZUDRELL-KOCH Stefan" userId="e9a6a590-508e-40e7-9af9-9f85dae119b7" providerId="ADAL" clId="{5B748AC7-C77E-493C-A77B-D94156955FEA}" dt="2026-09-01T14:27:14.945" v="1164" actId="1076"/>
          <ac:cxnSpMkLst>
            <pc:docMk/>
            <pc:sldMk cId="1526945579" sldId="256"/>
            <ac:cxnSpMk id="331" creationId="{D8DF3378-A71B-0305-100E-E759850D914E}"/>
          </ac:cxnSpMkLst>
        </pc:cxnChg>
        <pc:cxnChg chg="add mod">
          <ac:chgData name="ZUDRELL-KOCH Stefan" userId="e9a6a590-508e-40e7-9af9-9f85dae119b7" providerId="ADAL" clId="{5B748AC7-C77E-493C-A77B-D94156955FEA}" dt="2026-09-01T09:56:54.554" v="1032" actId="571"/>
          <ac:cxnSpMkLst>
            <pc:docMk/>
            <pc:sldMk cId="1526945579" sldId="256"/>
            <ac:cxnSpMk id="332" creationId="{FCC6DDBE-BD52-030C-1CB5-3229EAE7FD65}"/>
          </ac:cxnSpMkLst>
        </pc:cxnChg>
        <pc:cxnChg chg="add mod">
          <ac:chgData name="ZUDRELL-KOCH Stefan" userId="e9a6a590-508e-40e7-9af9-9f85dae119b7" providerId="ADAL" clId="{5B748AC7-C77E-493C-A77B-D94156955FEA}" dt="2026-09-01T09:56:54.554" v="1032" actId="571"/>
          <ac:cxnSpMkLst>
            <pc:docMk/>
            <pc:sldMk cId="1526945579" sldId="256"/>
            <ac:cxnSpMk id="333" creationId="{488FA7A3-060A-6936-4B30-630C99FC8CF7}"/>
          </ac:cxnSpMkLst>
        </pc:cxnChg>
        <pc:cxnChg chg="add mod">
          <ac:chgData name="ZUDRELL-KOCH Stefan" userId="e9a6a590-508e-40e7-9af9-9f85dae119b7" providerId="ADAL" clId="{5B748AC7-C77E-493C-A77B-D94156955FEA}" dt="2026-09-01T09:56:54.554" v="1032" actId="571"/>
          <ac:cxnSpMkLst>
            <pc:docMk/>
            <pc:sldMk cId="1526945579" sldId="256"/>
            <ac:cxnSpMk id="334" creationId="{ED2F4C59-D72D-6E85-A6EA-343EA62DB6A0}"/>
          </ac:cxnSpMkLst>
        </pc:cxnChg>
        <pc:cxnChg chg="add del mod">
          <ac:chgData name="ZUDRELL-KOCH Stefan" userId="e9a6a590-508e-40e7-9af9-9f85dae119b7" providerId="ADAL" clId="{5B748AC7-C77E-493C-A77B-D94156955FEA}" dt="2026-09-01T09:57:14.286" v="1045" actId="478"/>
          <ac:cxnSpMkLst>
            <pc:docMk/>
            <pc:sldMk cId="1526945579" sldId="256"/>
            <ac:cxnSpMk id="335" creationId="{11BA2508-579A-BBBD-D3C3-5656D1EBA71C}"/>
          </ac:cxnSpMkLst>
        </pc:cxnChg>
        <pc:cxnChg chg="add mod">
          <ac:chgData name="ZUDRELL-KOCH Stefan" userId="e9a6a590-508e-40e7-9af9-9f85dae119b7" providerId="ADAL" clId="{5B748AC7-C77E-493C-A77B-D94156955FEA}" dt="2026-09-01T09:57:46.495" v="1053" actId="1076"/>
          <ac:cxnSpMkLst>
            <pc:docMk/>
            <pc:sldMk cId="1526945579" sldId="256"/>
            <ac:cxnSpMk id="336" creationId="{01D30543-4FD2-DD0A-8B52-9D2AF45457EE}"/>
          </ac:cxnSpMkLst>
        </pc:cxnChg>
        <pc:cxnChg chg="add mod">
          <ac:chgData name="ZUDRELL-KOCH Stefan" userId="e9a6a590-508e-40e7-9af9-9f85dae119b7" providerId="ADAL" clId="{5B748AC7-C77E-493C-A77B-D94156955FEA}" dt="2026-09-01T09:56:58.933" v="1034" actId="571"/>
          <ac:cxnSpMkLst>
            <pc:docMk/>
            <pc:sldMk cId="1526945579" sldId="256"/>
            <ac:cxnSpMk id="337" creationId="{0475F4F9-E19F-88F6-E5D5-F0F0AA06B5A0}"/>
          </ac:cxnSpMkLst>
        </pc:cxnChg>
        <pc:cxnChg chg="add mod">
          <ac:chgData name="ZUDRELL-KOCH Stefan" userId="e9a6a590-508e-40e7-9af9-9f85dae119b7" providerId="ADAL" clId="{5B748AC7-C77E-493C-A77B-D94156955FEA}" dt="2026-09-01T09:57:40.328" v="1051" actId="1582"/>
          <ac:cxnSpMkLst>
            <pc:docMk/>
            <pc:sldMk cId="1526945579" sldId="256"/>
            <ac:cxnSpMk id="340" creationId="{0D155B79-33E1-3F05-47F3-9CA658B04874}"/>
          </ac:cxnSpMkLst>
        </pc:cxnChg>
        <pc:cxnChg chg="add mod">
          <ac:chgData name="ZUDRELL-KOCH Stefan" userId="e9a6a590-508e-40e7-9af9-9f85dae119b7" providerId="ADAL" clId="{5B748AC7-C77E-493C-A77B-D94156955FEA}" dt="2026-09-01T09:57:44.523" v="1052" actId="571"/>
          <ac:cxnSpMkLst>
            <pc:docMk/>
            <pc:sldMk cId="1526945579" sldId="256"/>
            <ac:cxnSpMk id="343" creationId="{83BFEA5D-8F7E-AEE2-164D-422F7C325168}"/>
          </ac:cxnSpMkLst>
        </pc:cxnChg>
        <pc:cxnChg chg="add mod">
          <ac:chgData name="ZUDRELL-KOCH Stefan" userId="e9a6a590-508e-40e7-9af9-9f85dae119b7" providerId="ADAL" clId="{5B748AC7-C77E-493C-A77B-D94156955FEA}" dt="2026-09-01T09:57:54.966" v="1054" actId="571"/>
          <ac:cxnSpMkLst>
            <pc:docMk/>
            <pc:sldMk cId="1526945579" sldId="256"/>
            <ac:cxnSpMk id="344" creationId="{1320C3D4-FCEC-DEAE-F3DC-4C762E4AB984}"/>
          </ac:cxnSpMkLst>
        </pc:cxnChg>
        <pc:cxnChg chg="add mod">
          <ac:chgData name="ZUDRELL-KOCH Stefan" userId="e9a6a590-508e-40e7-9af9-9f85dae119b7" providerId="ADAL" clId="{5B748AC7-C77E-493C-A77B-D94156955FEA}" dt="2026-09-01T09:57:57.784" v="1055" actId="571"/>
          <ac:cxnSpMkLst>
            <pc:docMk/>
            <pc:sldMk cId="1526945579" sldId="256"/>
            <ac:cxnSpMk id="345" creationId="{9A67CBD7-F5DC-B26C-4AE0-79DC5D051A5A}"/>
          </ac:cxnSpMkLst>
        </pc:cxnChg>
        <pc:cxnChg chg="add mod">
          <ac:chgData name="ZUDRELL-KOCH Stefan" userId="e9a6a590-508e-40e7-9af9-9f85dae119b7" providerId="ADAL" clId="{5B748AC7-C77E-493C-A77B-D94156955FEA}" dt="2026-09-01T09:58:26.421" v="1064" actId="1076"/>
          <ac:cxnSpMkLst>
            <pc:docMk/>
            <pc:sldMk cId="1526945579" sldId="256"/>
            <ac:cxnSpMk id="346" creationId="{DF057E6D-1A8A-F9D0-E715-24D59A69813A}"/>
          </ac:cxnSpMkLst>
        </pc:cxnChg>
        <pc:cxnChg chg="add mod">
          <ac:chgData name="ZUDRELL-KOCH Stefan" userId="e9a6a590-508e-40e7-9af9-9f85dae119b7" providerId="ADAL" clId="{5B748AC7-C77E-493C-A77B-D94156955FEA}" dt="2026-09-01T09:58:50.585" v="1075" actId="1076"/>
          <ac:cxnSpMkLst>
            <pc:docMk/>
            <pc:sldMk cId="1526945579" sldId="256"/>
            <ac:cxnSpMk id="349" creationId="{CC736DB3-C2D4-3DB8-0672-D52BEFA966E8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del mod">
              <pc226:chgData name="ZUDRELL-KOCH Stefan" userId="e9a6a590-508e-40e7-9af9-9f85dae119b7" providerId="ADAL" clId="{5B748AC7-C77E-493C-A77B-D94156955FEA}" dt="2026-09-01T10:02:22.592" v="1161"/>
              <pc2:cmMkLst xmlns:pc2="http://schemas.microsoft.com/office/powerpoint/2019/9/main/command">
                <pc:docMk/>
                <pc:sldMk cId="1526945579" sldId="256"/>
                <pc2:cmMk id="{EC013F4E-3EF4-4A41-970A-6B2A1A4A53C0}"/>
              </pc2:cmMkLst>
            </pc226:cmChg>
            <pc226:cmChg xmlns:pc226="http://schemas.microsoft.com/office/powerpoint/2022/06/main/command" chg="add">
              <pc226:chgData name="ZUDRELL-KOCH Stefan" userId="e9a6a590-508e-40e7-9af9-9f85dae119b7" providerId="ADAL" clId="{5B748AC7-C77E-493C-A77B-D94156955FEA}" dt="2026-09-01T10:02:52.346" v="1162"/>
              <pc2:cmMkLst xmlns:pc2="http://schemas.microsoft.com/office/powerpoint/2019/9/main/command">
                <pc:docMk/>
                <pc:sldMk cId="1526945579" sldId="256"/>
                <pc2:cmMk id="{FE897A81-65DB-46B8-8E33-A35864578DE5}"/>
              </pc2:cmMkLst>
            </pc226:cmChg>
          </p:ext>
        </pc:extLst>
      </pc:sldChg>
      <pc:sldChg chg="del">
        <pc:chgData name="ZUDRELL-KOCH Stefan" userId="e9a6a590-508e-40e7-9af9-9f85dae119b7" providerId="ADAL" clId="{5B748AC7-C77E-493C-A77B-D94156955FEA}" dt="2026-09-01T10:02:03.729" v="1158" actId="47"/>
        <pc:sldMkLst>
          <pc:docMk/>
          <pc:sldMk cId="4162380527" sldId="257"/>
        </pc:sldMkLst>
      </pc:sldChg>
      <pc:sldChg chg="del">
        <pc:chgData name="ZUDRELL-KOCH Stefan" userId="e9a6a590-508e-40e7-9af9-9f85dae119b7" providerId="ADAL" clId="{5B748AC7-C77E-493C-A77B-D94156955FEA}" dt="2026-09-01T10:02:03.729" v="1158" actId="47"/>
        <pc:sldMkLst>
          <pc:docMk/>
          <pc:sldMk cId="2392292793" sldId="258"/>
        </pc:sldMkLst>
      </pc:sldChg>
    </pc:docChg>
  </pc:docChgLst>
</pc:chgInfo>
</file>

<file path=ppt/comments/modernComment_100_5B03572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E897A81-65DB-46B8-8E33-A35864578DE5}" authorId="{84177387-5181-26A5-7774-2D173DDFEBBE}" created="2026-09-01T10:02:52.301">
    <pc:sldMkLst xmlns:pc="http://schemas.microsoft.com/office/powerpoint/2013/main/command">
      <pc:docMk/>
      <pc:sldMk cId="1526945579" sldId="256"/>
    </pc:sldMkLst>
    <p188:txBody>
      <a:bodyPr/>
      <a:lstStyle/>
      <a:p>
        <a:r>
          <a:rPr lang="de-AT"/>
          <a:t>Initial Block Diagram for EmoLab Control Board.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17FB05-A0CE-6587-880F-E97EDD4A28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353D16A-3F33-477A-D771-42BB265F26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E36AC6F-45FA-37F2-18F9-22DA8CF00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D09D9-B83C-4878-A817-319374DDF0C7}" type="datetimeFigureOut">
              <a:rPr lang="de-AT" smtClean="0"/>
              <a:t>01.09.2026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EC9DD6B-457E-35BA-D61E-ED4CFA21E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1ED42B0-E1D1-F0B0-8C20-07959B88C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E40D5-1AD1-4F1C-8F30-343FFC825E68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0630486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EB1997-E750-4C9E-631A-C706395EC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D27939-55CE-5089-9602-B9859107C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D65A360-8209-4669-2F78-D544E27CB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D09D9-B83C-4878-A817-319374DDF0C7}" type="datetimeFigureOut">
              <a:rPr lang="de-AT" smtClean="0"/>
              <a:t>01.09.2026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EC7EB1A-BBAE-0AE5-5B42-F7DC5135B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90938EA-9AE0-D9BD-8B67-B26FC0745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E40D5-1AD1-4F1C-8F30-343FFC825E68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90239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031C8F-2939-C8A3-9335-2D077B103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A7E72D2-0DF1-7B04-4B4C-F9F24B82B9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366C8F8-D5F7-E085-99C8-DCF6C8B7A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D09D9-B83C-4878-A817-319374DDF0C7}" type="datetimeFigureOut">
              <a:rPr lang="de-AT" smtClean="0"/>
              <a:t>01.09.2026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F38EDDD-211C-7A78-86B3-63EBF27A0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54A96BF-C82C-C8AE-9602-511D235B7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E40D5-1AD1-4F1C-8F30-343FFC825E68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894701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966C51-A968-918B-F11A-5D15F2B67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2A38590-B28F-D9E0-18F1-5D03C10C58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F8D0D1B-B001-2F5B-AF34-8DD56A0B8C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3D8D880-1592-C794-1A55-E71C51831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D09D9-B83C-4878-A817-319374DDF0C7}" type="datetimeFigureOut">
              <a:rPr lang="de-AT" smtClean="0"/>
              <a:t>01.09.2026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3695DC4-E57E-5F7B-1511-F83732BF8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F452F7C-E6B6-2B47-D357-B92EF0E10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E40D5-1AD1-4F1C-8F30-343FFC825E68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686535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6D6284-0411-1123-DBEE-15FE2C269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934A946-EF12-9D45-463D-E3FF1564AD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AD6DD97-599E-FC0F-E1A5-400FD05727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B1FD971-32EF-9997-F77A-76BCD242BB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829F171-29A1-4AEC-C3E2-3FC1B8BEBB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2B2C2F9F-1704-4932-61EC-0FE901088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D09D9-B83C-4878-A817-319374DDF0C7}" type="datetimeFigureOut">
              <a:rPr lang="de-AT" smtClean="0"/>
              <a:t>01.09.2026</a:t>
            </a:fld>
            <a:endParaRPr lang="de-AT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8D6ED707-B5A7-035D-FAE2-07FE3097E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BC3640A-DC98-C5AC-D9F8-9A266640E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E40D5-1AD1-4F1C-8F30-343FFC825E68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550316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3B53E1-96FE-A08C-8DF0-1C51DE096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0745B1C-F914-5E54-8044-EBB017643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D09D9-B83C-4878-A817-319374DDF0C7}" type="datetimeFigureOut">
              <a:rPr lang="de-AT" smtClean="0"/>
              <a:t>01.09.2026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4563C23-399F-66D7-3467-D887DC922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A8A579E-B583-01FE-21E1-4891BD706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E40D5-1AD1-4F1C-8F30-343FFC825E68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116743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696ED94-E245-8CA3-3729-BE46D5395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D09D9-B83C-4878-A817-319374DDF0C7}" type="datetimeFigureOut">
              <a:rPr lang="de-AT" smtClean="0"/>
              <a:t>01.09.2026</a:t>
            </a:fld>
            <a:endParaRPr lang="de-AT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A7343D8-E0A7-5C3B-4853-77A2841F6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1C2B4C1-A853-CB56-A324-36DF482BA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E40D5-1AD1-4F1C-8F30-343FFC825E68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007432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79133B-670A-7EC2-BC14-38D90FFA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055BC93-FCAE-1066-5241-D2D0B5FD3F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73325BC-1090-C9FD-3C6C-EA7563AF0E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E6DA730-9308-C575-A5DC-C41C59B24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D09D9-B83C-4878-A817-319374DDF0C7}" type="datetimeFigureOut">
              <a:rPr lang="de-AT" smtClean="0"/>
              <a:t>01.09.2026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C16E648-5366-9E22-2B68-90C90AB2E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D2823F1-28B5-B29C-BA64-4729872D0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E40D5-1AD1-4F1C-8F30-343FFC825E68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421660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2EF340-3728-E460-B1B4-83EFF58D9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6A9E35E-6F10-1A40-D3DE-B994707B46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54FE335-B4E5-FE6B-B550-EB6991F14C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C351F5C-A215-0205-1BC8-126DC820E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D09D9-B83C-4878-A817-319374DDF0C7}" type="datetimeFigureOut">
              <a:rPr lang="de-AT" smtClean="0"/>
              <a:t>01.09.2026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4E50227-4091-2C3C-2F4A-5171A38AB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7C28022-1F44-EA09-BC52-93D12ABE6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E40D5-1AD1-4F1C-8F30-343FFC825E68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996703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9B0C14-E412-74B7-DF47-CC2370255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3995AE2-D431-E471-7976-171DE83BB9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5B6D9D6-7586-333A-78C3-FBD3D5C4D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D09D9-B83C-4878-A817-319374DDF0C7}" type="datetimeFigureOut">
              <a:rPr lang="de-AT" smtClean="0"/>
              <a:t>01.09.2026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8DCB3F3-CDDC-6614-66E1-E6CBBAAE6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3436366-5B75-3075-78DB-F62E374A8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E40D5-1AD1-4F1C-8F30-343FFC825E68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902476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0E73C01A-D698-4C9D-A875-1B56B901FA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A49726D-4B5D-319F-1F93-BEB7ACABA7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F247BC5-1DF3-67E1-A667-A87607478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D09D9-B83C-4878-A817-319374DDF0C7}" type="datetimeFigureOut">
              <a:rPr lang="de-AT" smtClean="0"/>
              <a:t>01.09.2026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94713BE-1880-D99F-7C30-317033162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A01A3C9-C864-F0FB-E67C-2B335C448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E40D5-1AD1-4F1C-8F30-343FFC825E68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497195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A5149D3-D4F7-8CA6-BE1E-60938C0DF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837CA30-4AD3-6089-1DF9-8C3DCB3C14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2D72795-1D3B-0F55-E86A-49D52D6000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7D09D9-B83C-4878-A817-319374DDF0C7}" type="datetimeFigureOut">
              <a:rPr lang="de-AT" smtClean="0"/>
              <a:t>01.09.2026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522FEE6-C0A1-DA20-1C76-5E894F8D75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B9BAA55-E7CC-49B4-A4EA-6EC397147A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BE40D5-1AD1-4F1C-8F30-343FFC825E68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52985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0_5B03572B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Rechteck 181">
            <a:extLst>
              <a:ext uri="{FF2B5EF4-FFF2-40B4-BE49-F238E27FC236}">
                <a16:creationId xmlns:a16="http://schemas.microsoft.com/office/drawing/2014/main" id="{7E436891-74E1-C57B-6AEB-03C426B3DFF5}"/>
              </a:ext>
            </a:extLst>
          </p:cNvPr>
          <p:cNvSpPr/>
          <p:nvPr/>
        </p:nvSpPr>
        <p:spPr>
          <a:xfrm>
            <a:off x="3467708" y="620688"/>
            <a:ext cx="720080" cy="39604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>
              <a:noFill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A49056B8-D49D-590D-B590-98A1A2DD016E}"/>
              </a:ext>
            </a:extLst>
          </p:cNvPr>
          <p:cNvSpPr/>
          <p:nvPr/>
        </p:nvSpPr>
        <p:spPr>
          <a:xfrm>
            <a:off x="6636060" y="2924944"/>
            <a:ext cx="2304256" cy="14761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91778D7A-74A4-3E25-B31D-278B0042B992}"/>
              </a:ext>
            </a:extLst>
          </p:cNvPr>
          <p:cNvSpPr/>
          <p:nvPr/>
        </p:nvSpPr>
        <p:spPr>
          <a:xfrm>
            <a:off x="335360" y="620688"/>
            <a:ext cx="756084" cy="133214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b="1" dirty="0" err="1"/>
              <a:t>Batt</a:t>
            </a:r>
            <a:br>
              <a:rPr lang="de-DE" sz="1200" b="1" dirty="0"/>
            </a:br>
            <a:r>
              <a:rPr lang="de-DE" sz="1200" b="1" dirty="0" err="1"/>
              <a:t>Screw</a:t>
            </a:r>
            <a:br>
              <a:rPr lang="de-DE" sz="1200" b="1" dirty="0"/>
            </a:br>
            <a:r>
              <a:rPr lang="de-DE" sz="1200" b="1" dirty="0"/>
              <a:t>Terminal</a:t>
            </a:r>
            <a:endParaRPr lang="de-AT" sz="1200" b="1" dirty="0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ECA13301-79CA-9D20-03DC-7DF7A54DD550}"/>
              </a:ext>
            </a:extLst>
          </p:cNvPr>
          <p:cNvSpPr/>
          <p:nvPr/>
        </p:nvSpPr>
        <p:spPr>
          <a:xfrm>
            <a:off x="4079776" y="2888940"/>
            <a:ext cx="1908212" cy="15121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2C8365E1-A41B-B639-5AAD-98D53620F2A2}"/>
              </a:ext>
            </a:extLst>
          </p:cNvPr>
          <p:cNvSpPr txBox="1"/>
          <p:nvPr/>
        </p:nvSpPr>
        <p:spPr>
          <a:xfrm>
            <a:off x="4691844" y="3392996"/>
            <a:ext cx="5982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AT" sz="1000" b="1" dirty="0" err="1"/>
              <a:t>Atmega</a:t>
            </a:r>
            <a:endParaRPr lang="de-AT" sz="1000" b="1" dirty="0"/>
          </a:p>
          <a:p>
            <a:pPr algn="ctr"/>
            <a:r>
              <a:rPr lang="de-AT" sz="1000" b="1" dirty="0"/>
              <a:t>328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D0D529A5-C989-F0CB-B608-D4D6A603BA32}"/>
              </a:ext>
            </a:extLst>
          </p:cNvPr>
          <p:cNvSpPr txBox="1"/>
          <p:nvPr/>
        </p:nvSpPr>
        <p:spPr>
          <a:xfrm>
            <a:off x="7536160" y="3429000"/>
            <a:ext cx="513282" cy="40011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de-AT" sz="1000" b="1" dirty="0"/>
              <a:t>BL54</a:t>
            </a:r>
          </a:p>
          <a:p>
            <a:r>
              <a:rPr lang="de-AT" sz="1000" b="1" dirty="0" err="1"/>
              <a:t>Ezurio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23D893D3-DC4C-EF4A-2109-432A7C1EEFC5}"/>
              </a:ext>
            </a:extLst>
          </p:cNvPr>
          <p:cNvSpPr/>
          <p:nvPr/>
        </p:nvSpPr>
        <p:spPr>
          <a:xfrm>
            <a:off x="1451484" y="2528900"/>
            <a:ext cx="720080" cy="54006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b="1" dirty="0"/>
              <a:t>LDO</a:t>
            </a:r>
            <a:br>
              <a:rPr lang="de-DE" sz="1000" b="1" dirty="0"/>
            </a:br>
            <a:r>
              <a:rPr lang="de-DE" sz="1000" b="1" dirty="0"/>
              <a:t>3V3</a:t>
            </a:r>
            <a:endParaRPr lang="de-AT" sz="1000" b="1" dirty="0"/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4DEBECE7-20C8-2CC5-D84B-6E299FC5B663}"/>
              </a:ext>
            </a:extLst>
          </p:cNvPr>
          <p:cNvSpPr/>
          <p:nvPr/>
        </p:nvSpPr>
        <p:spPr>
          <a:xfrm>
            <a:off x="1091444" y="5985284"/>
            <a:ext cx="3312368" cy="324036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AT" sz="1000" b="1" dirty="0"/>
              <a:t>Expansion 1 (10x Pin Socket)</a:t>
            </a: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15CF585A-6DF0-8587-689F-C03A67509053}"/>
              </a:ext>
            </a:extLst>
          </p:cNvPr>
          <p:cNvSpPr/>
          <p:nvPr/>
        </p:nvSpPr>
        <p:spPr>
          <a:xfrm>
            <a:off x="4655840" y="5985284"/>
            <a:ext cx="5328592" cy="324036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000" b="1" dirty="0"/>
              <a:t>Expansion 2 (10x Pin Socket)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BA89C700-0B5E-57A6-E534-D3DA8C34A7C5}"/>
              </a:ext>
            </a:extLst>
          </p:cNvPr>
          <p:cNvSpPr txBox="1"/>
          <p:nvPr/>
        </p:nvSpPr>
        <p:spPr>
          <a:xfrm>
            <a:off x="7284132" y="2672916"/>
            <a:ext cx="134043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sz="1000" b="1" dirty="0">
                <a:solidFill>
                  <a:schemeClr val="bg1"/>
                </a:solidFill>
              </a:rPr>
              <a:t>Pin Header Expansion</a:t>
            </a:r>
          </a:p>
        </p:txBody>
      </p:sp>
      <p:cxnSp>
        <p:nvCxnSpPr>
          <p:cNvPr id="56" name="Gerader Verbinder 55">
            <a:extLst>
              <a:ext uri="{FF2B5EF4-FFF2-40B4-BE49-F238E27FC236}">
                <a16:creationId xmlns:a16="http://schemas.microsoft.com/office/drawing/2014/main" id="{D274222A-5577-3AC1-7013-BA0E984E55B6}"/>
              </a:ext>
            </a:extLst>
          </p:cNvPr>
          <p:cNvCxnSpPr>
            <a:cxnSpLocks/>
          </p:cNvCxnSpPr>
          <p:nvPr/>
        </p:nvCxnSpPr>
        <p:spPr>
          <a:xfrm flipH="1">
            <a:off x="5994438" y="3537012"/>
            <a:ext cx="648072" cy="0"/>
          </a:xfrm>
          <a:prstGeom prst="line">
            <a:avLst/>
          </a:prstGeom>
          <a:ln w="38100">
            <a:solidFill>
              <a:srgbClr val="7030A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feld 72">
            <a:extLst>
              <a:ext uri="{FF2B5EF4-FFF2-40B4-BE49-F238E27FC236}">
                <a16:creationId xmlns:a16="http://schemas.microsoft.com/office/drawing/2014/main" id="{4FEC6D4C-92F4-E406-915F-5437EA3B674A}"/>
              </a:ext>
            </a:extLst>
          </p:cNvPr>
          <p:cNvSpPr txBox="1"/>
          <p:nvPr/>
        </p:nvSpPr>
        <p:spPr>
          <a:xfrm>
            <a:off x="1271464" y="3284984"/>
            <a:ext cx="6014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sz="1000" b="1" dirty="0"/>
              <a:t>VCC3V3</a:t>
            </a:r>
            <a:br>
              <a:rPr lang="de-AT" sz="1000" b="1" dirty="0"/>
            </a:br>
            <a:r>
              <a:rPr lang="de-AT" sz="1000" b="1" dirty="0"/>
              <a:t>NRF</a:t>
            </a:r>
          </a:p>
        </p:txBody>
      </p:sp>
      <p:sp>
        <p:nvSpPr>
          <p:cNvPr id="102" name="Textfeld 101">
            <a:extLst>
              <a:ext uri="{FF2B5EF4-FFF2-40B4-BE49-F238E27FC236}">
                <a16:creationId xmlns:a16="http://schemas.microsoft.com/office/drawing/2014/main" id="{E7854E2F-AE2D-8AD9-C47E-459DC87B2E33}"/>
              </a:ext>
            </a:extLst>
          </p:cNvPr>
          <p:cNvSpPr txBox="1"/>
          <p:nvPr/>
        </p:nvSpPr>
        <p:spPr>
          <a:xfrm>
            <a:off x="7716180" y="512676"/>
            <a:ext cx="57099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000" b="1" dirty="0"/>
              <a:t>OUT1</a:t>
            </a:r>
          </a:p>
        </p:txBody>
      </p:sp>
      <p:sp>
        <p:nvSpPr>
          <p:cNvPr id="107" name="Rechteck 106">
            <a:extLst>
              <a:ext uri="{FF2B5EF4-FFF2-40B4-BE49-F238E27FC236}">
                <a16:creationId xmlns:a16="http://schemas.microsoft.com/office/drawing/2014/main" id="{BACA2EAE-ACF8-7501-CF71-D06BDB92CD4D}"/>
              </a:ext>
            </a:extLst>
          </p:cNvPr>
          <p:cNvSpPr/>
          <p:nvPr/>
        </p:nvSpPr>
        <p:spPr>
          <a:xfrm>
            <a:off x="10433957" y="224644"/>
            <a:ext cx="1440160" cy="288032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08" name="Textfeld 107">
            <a:extLst>
              <a:ext uri="{FF2B5EF4-FFF2-40B4-BE49-F238E27FC236}">
                <a16:creationId xmlns:a16="http://schemas.microsoft.com/office/drawing/2014/main" id="{ADE38DDF-E4A5-55F4-0DB0-8FC787804967}"/>
              </a:ext>
            </a:extLst>
          </p:cNvPr>
          <p:cNvSpPr txBox="1"/>
          <p:nvPr/>
        </p:nvSpPr>
        <p:spPr>
          <a:xfrm>
            <a:off x="10757993" y="260648"/>
            <a:ext cx="78579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sz="1000" b="1" dirty="0" err="1">
                <a:solidFill>
                  <a:schemeClr val="bg1"/>
                </a:solidFill>
              </a:rPr>
              <a:t>Connectors</a:t>
            </a:r>
            <a:endParaRPr lang="de-AT" sz="1000" b="1" dirty="0">
              <a:solidFill>
                <a:schemeClr val="bg1"/>
              </a:solidFill>
            </a:endParaRPr>
          </a:p>
        </p:txBody>
      </p:sp>
      <p:sp>
        <p:nvSpPr>
          <p:cNvPr id="109" name="Rechteck 108">
            <a:extLst>
              <a:ext uri="{FF2B5EF4-FFF2-40B4-BE49-F238E27FC236}">
                <a16:creationId xmlns:a16="http://schemas.microsoft.com/office/drawing/2014/main" id="{5709DDC7-2D8F-13F2-B797-1AB07DB4E8D8}"/>
              </a:ext>
            </a:extLst>
          </p:cNvPr>
          <p:cNvSpPr/>
          <p:nvPr/>
        </p:nvSpPr>
        <p:spPr>
          <a:xfrm>
            <a:off x="10433957" y="656692"/>
            <a:ext cx="1440160" cy="28803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10" name="Textfeld 109">
            <a:extLst>
              <a:ext uri="{FF2B5EF4-FFF2-40B4-BE49-F238E27FC236}">
                <a16:creationId xmlns:a16="http://schemas.microsoft.com/office/drawing/2014/main" id="{52AD175E-7352-A9A8-067F-2A51484BDF3E}"/>
              </a:ext>
            </a:extLst>
          </p:cNvPr>
          <p:cNvSpPr txBox="1"/>
          <p:nvPr/>
        </p:nvSpPr>
        <p:spPr>
          <a:xfrm>
            <a:off x="10632504" y="692696"/>
            <a:ext cx="11657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sz="1000" b="1" dirty="0"/>
              <a:t>Low Power Supply</a:t>
            </a:r>
          </a:p>
        </p:txBody>
      </p:sp>
      <p:sp>
        <p:nvSpPr>
          <p:cNvPr id="111" name="Rechteck 110">
            <a:extLst>
              <a:ext uri="{FF2B5EF4-FFF2-40B4-BE49-F238E27FC236}">
                <a16:creationId xmlns:a16="http://schemas.microsoft.com/office/drawing/2014/main" id="{3A6A41E1-9DF6-C85D-1867-BF61BA2D9092}"/>
              </a:ext>
            </a:extLst>
          </p:cNvPr>
          <p:cNvSpPr/>
          <p:nvPr/>
        </p:nvSpPr>
        <p:spPr>
          <a:xfrm>
            <a:off x="10433957" y="1124744"/>
            <a:ext cx="1440160" cy="2880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12" name="Textfeld 111">
            <a:extLst>
              <a:ext uri="{FF2B5EF4-FFF2-40B4-BE49-F238E27FC236}">
                <a16:creationId xmlns:a16="http://schemas.microsoft.com/office/drawing/2014/main" id="{DF57D11C-3611-E9C0-FFEF-098F332D2A55}"/>
              </a:ext>
            </a:extLst>
          </p:cNvPr>
          <p:cNvSpPr txBox="1"/>
          <p:nvPr/>
        </p:nvSpPr>
        <p:spPr>
          <a:xfrm>
            <a:off x="10541969" y="1160748"/>
            <a:ext cx="57259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sz="1000" b="1" dirty="0"/>
              <a:t>Display</a:t>
            </a:r>
          </a:p>
        </p:txBody>
      </p:sp>
      <p:sp>
        <p:nvSpPr>
          <p:cNvPr id="113" name="Rechteck 112">
            <a:extLst>
              <a:ext uri="{FF2B5EF4-FFF2-40B4-BE49-F238E27FC236}">
                <a16:creationId xmlns:a16="http://schemas.microsoft.com/office/drawing/2014/main" id="{E8F5E6A2-E360-028E-F276-753C062BAA94}"/>
              </a:ext>
            </a:extLst>
          </p:cNvPr>
          <p:cNvSpPr/>
          <p:nvPr/>
        </p:nvSpPr>
        <p:spPr>
          <a:xfrm>
            <a:off x="10433957" y="1592796"/>
            <a:ext cx="1440160" cy="2880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14" name="Textfeld 113">
            <a:extLst>
              <a:ext uri="{FF2B5EF4-FFF2-40B4-BE49-F238E27FC236}">
                <a16:creationId xmlns:a16="http://schemas.microsoft.com/office/drawing/2014/main" id="{F9068A31-788B-1594-69A9-4B1E926924F9}"/>
              </a:ext>
            </a:extLst>
          </p:cNvPr>
          <p:cNvSpPr txBox="1"/>
          <p:nvPr/>
        </p:nvSpPr>
        <p:spPr>
          <a:xfrm>
            <a:off x="10560496" y="1628800"/>
            <a:ext cx="12137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sz="1000" b="1" dirty="0"/>
              <a:t>Processing/Sensors</a:t>
            </a:r>
          </a:p>
        </p:txBody>
      </p:sp>
      <p:sp>
        <p:nvSpPr>
          <p:cNvPr id="118" name="Textfeld 117">
            <a:extLst>
              <a:ext uri="{FF2B5EF4-FFF2-40B4-BE49-F238E27FC236}">
                <a16:creationId xmlns:a16="http://schemas.microsoft.com/office/drawing/2014/main" id="{982007E9-2386-DC87-5A01-1A5A5D347C2C}"/>
              </a:ext>
            </a:extLst>
          </p:cNvPr>
          <p:cNvSpPr txBox="1"/>
          <p:nvPr/>
        </p:nvSpPr>
        <p:spPr>
          <a:xfrm>
            <a:off x="6780076" y="3032956"/>
            <a:ext cx="720080" cy="24622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AT" sz="1000" b="1" dirty="0"/>
              <a:t>LED NRF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B10060E9-EFAD-713C-2501-B5BD06A85526}"/>
              </a:ext>
            </a:extLst>
          </p:cNvPr>
          <p:cNvSpPr txBox="1"/>
          <p:nvPr/>
        </p:nvSpPr>
        <p:spPr>
          <a:xfrm>
            <a:off x="4151784" y="2960948"/>
            <a:ext cx="720080" cy="24622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AT" sz="1000" b="1" dirty="0"/>
              <a:t>LED ATM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FC5623A0-9B78-1B6A-0C41-CA0E4C82E095}"/>
              </a:ext>
            </a:extLst>
          </p:cNvPr>
          <p:cNvSpPr/>
          <p:nvPr/>
        </p:nvSpPr>
        <p:spPr>
          <a:xfrm>
            <a:off x="10416480" y="2060848"/>
            <a:ext cx="1440160" cy="2880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57C58E40-ADB3-A4BE-9FBB-AF8D872A8A68}"/>
              </a:ext>
            </a:extLst>
          </p:cNvPr>
          <p:cNvSpPr txBox="1"/>
          <p:nvPr/>
        </p:nvSpPr>
        <p:spPr>
          <a:xfrm>
            <a:off x="10812524" y="2096852"/>
            <a:ext cx="52770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sz="1000" b="1" dirty="0"/>
              <a:t>Power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92A8C53C-28DB-AD07-F060-3C788A6E875B}"/>
              </a:ext>
            </a:extLst>
          </p:cNvPr>
          <p:cNvSpPr/>
          <p:nvPr/>
        </p:nvSpPr>
        <p:spPr>
          <a:xfrm>
            <a:off x="5663952" y="548680"/>
            <a:ext cx="1440160" cy="129614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1D0D833D-BFFB-6F15-948A-7E516EBC43EC}"/>
              </a:ext>
            </a:extLst>
          </p:cNvPr>
          <p:cNvSpPr txBox="1"/>
          <p:nvPr/>
        </p:nvSpPr>
        <p:spPr>
          <a:xfrm>
            <a:off x="5951984" y="980728"/>
            <a:ext cx="8803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sz="1000" b="1" dirty="0" err="1"/>
              <a:t>Full</a:t>
            </a:r>
            <a:r>
              <a:rPr lang="de-AT" sz="1000" b="1" dirty="0"/>
              <a:t> Bridge</a:t>
            </a:r>
          </a:p>
          <a:p>
            <a:r>
              <a:rPr lang="de-AT" sz="1000" b="1" dirty="0"/>
              <a:t>Motor Driver</a:t>
            </a:r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0FA5F027-748F-934C-02EF-167BFBBA112F}"/>
              </a:ext>
            </a:extLst>
          </p:cNvPr>
          <p:cNvSpPr/>
          <p:nvPr/>
        </p:nvSpPr>
        <p:spPr>
          <a:xfrm>
            <a:off x="8976320" y="548680"/>
            <a:ext cx="828092" cy="133214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b="1" dirty="0"/>
              <a:t>Motor</a:t>
            </a:r>
            <a:br>
              <a:rPr lang="de-DE" sz="1200" b="1" dirty="0"/>
            </a:br>
            <a:r>
              <a:rPr lang="de-DE" sz="1200" b="1" dirty="0" err="1"/>
              <a:t>Screw</a:t>
            </a:r>
            <a:br>
              <a:rPr lang="de-DE" sz="1200" b="1" dirty="0"/>
            </a:br>
            <a:r>
              <a:rPr lang="de-DE" sz="1200" b="1" dirty="0"/>
              <a:t>Terminal</a:t>
            </a:r>
            <a:endParaRPr lang="de-AT" sz="1200" b="1" dirty="0"/>
          </a:p>
        </p:txBody>
      </p:sp>
      <p:grpSp>
        <p:nvGrpSpPr>
          <p:cNvPr id="45" name="Gruppieren 44">
            <a:extLst>
              <a:ext uri="{FF2B5EF4-FFF2-40B4-BE49-F238E27FC236}">
                <a16:creationId xmlns:a16="http://schemas.microsoft.com/office/drawing/2014/main" id="{280A3F8E-F98E-92D8-C7BD-C71A65404E26}"/>
              </a:ext>
            </a:extLst>
          </p:cNvPr>
          <p:cNvGrpSpPr/>
          <p:nvPr/>
        </p:nvGrpSpPr>
        <p:grpSpPr>
          <a:xfrm>
            <a:off x="1199456" y="980728"/>
            <a:ext cx="288131" cy="503708"/>
            <a:chOff x="1151620" y="2205038"/>
            <a:chExt cx="288131" cy="503708"/>
          </a:xfrm>
        </p:grpSpPr>
        <p:cxnSp>
          <p:nvCxnSpPr>
            <p:cNvPr id="50" name="Gerader Verbinder 49">
              <a:extLst>
                <a:ext uri="{FF2B5EF4-FFF2-40B4-BE49-F238E27FC236}">
                  <a16:creationId xmlns:a16="http://schemas.microsoft.com/office/drawing/2014/main" id="{87C0AADC-F374-3769-8C7F-5292895933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67644" y="2205038"/>
              <a:ext cx="0" cy="21585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feld 50">
              <a:extLst>
                <a:ext uri="{FF2B5EF4-FFF2-40B4-BE49-F238E27FC236}">
                  <a16:creationId xmlns:a16="http://schemas.microsoft.com/office/drawing/2014/main" id="{8221E7A9-895B-37EE-A12D-68AE1F6BE54D}"/>
                </a:ext>
              </a:extLst>
            </p:cNvPr>
            <p:cNvSpPr txBox="1"/>
            <p:nvPr/>
          </p:nvSpPr>
          <p:spPr>
            <a:xfrm>
              <a:off x="1151620" y="2420888"/>
              <a:ext cx="13144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de-AT" sz="700" dirty="0"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</a:p>
          </p:txBody>
        </p:sp>
        <p:cxnSp>
          <p:nvCxnSpPr>
            <p:cNvPr id="53" name="Gerader Verbinder 52">
              <a:extLst>
                <a:ext uri="{FF2B5EF4-FFF2-40B4-BE49-F238E27FC236}">
                  <a16:creationId xmlns:a16="http://schemas.microsoft.com/office/drawing/2014/main" id="{27791F1D-94E3-2E20-5E07-1AF34828A5CB}"/>
                </a:ext>
              </a:extLst>
            </p:cNvPr>
            <p:cNvCxnSpPr>
              <a:cxnSpLocks/>
            </p:cNvCxnSpPr>
            <p:nvPr/>
          </p:nvCxnSpPr>
          <p:spPr>
            <a:xfrm>
              <a:off x="1295636" y="2420888"/>
              <a:ext cx="14411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Gerader Verbinder 53">
              <a:extLst>
                <a:ext uri="{FF2B5EF4-FFF2-40B4-BE49-F238E27FC236}">
                  <a16:creationId xmlns:a16="http://schemas.microsoft.com/office/drawing/2014/main" id="{D66B6A7A-A1DD-F6A5-383A-05B0E96F56AC}"/>
                </a:ext>
              </a:extLst>
            </p:cNvPr>
            <p:cNvCxnSpPr>
              <a:cxnSpLocks/>
            </p:cNvCxnSpPr>
            <p:nvPr/>
          </p:nvCxnSpPr>
          <p:spPr>
            <a:xfrm>
              <a:off x="1295636" y="2492896"/>
              <a:ext cx="14411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Gerader Verbinder 56">
              <a:extLst>
                <a:ext uri="{FF2B5EF4-FFF2-40B4-BE49-F238E27FC236}">
                  <a16:creationId xmlns:a16="http://schemas.microsoft.com/office/drawing/2014/main" id="{A3DF1B4C-4F8E-66DB-D425-55A7821C4E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67644" y="2492896"/>
              <a:ext cx="0" cy="21585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1" name="Gerader Verbinder 70">
            <a:extLst>
              <a:ext uri="{FF2B5EF4-FFF2-40B4-BE49-F238E27FC236}">
                <a16:creationId xmlns:a16="http://schemas.microsoft.com/office/drawing/2014/main" id="{281AA415-1B67-7B27-2D08-BDA1C7207114}"/>
              </a:ext>
            </a:extLst>
          </p:cNvPr>
          <p:cNvCxnSpPr>
            <a:cxnSpLocks/>
          </p:cNvCxnSpPr>
          <p:nvPr/>
        </p:nvCxnSpPr>
        <p:spPr>
          <a:xfrm flipH="1">
            <a:off x="1127448" y="836712"/>
            <a:ext cx="234026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Gerader Verbinder 86">
            <a:extLst>
              <a:ext uri="{FF2B5EF4-FFF2-40B4-BE49-F238E27FC236}">
                <a16:creationId xmlns:a16="http://schemas.microsoft.com/office/drawing/2014/main" id="{B251BA3E-7E96-E7B0-BB3F-6BA6DA0BCD70}"/>
              </a:ext>
            </a:extLst>
          </p:cNvPr>
          <p:cNvCxnSpPr>
            <a:cxnSpLocks/>
          </p:cNvCxnSpPr>
          <p:nvPr/>
        </p:nvCxnSpPr>
        <p:spPr>
          <a:xfrm>
            <a:off x="1415480" y="836712"/>
            <a:ext cx="0" cy="2880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Gerader Verbinder 94">
            <a:extLst>
              <a:ext uri="{FF2B5EF4-FFF2-40B4-BE49-F238E27FC236}">
                <a16:creationId xmlns:a16="http://schemas.microsoft.com/office/drawing/2014/main" id="{7DB99BA3-7329-A419-3E74-CDCA14B9BA8D}"/>
              </a:ext>
            </a:extLst>
          </p:cNvPr>
          <p:cNvCxnSpPr>
            <a:cxnSpLocks/>
          </p:cNvCxnSpPr>
          <p:nvPr/>
        </p:nvCxnSpPr>
        <p:spPr>
          <a:xfrm>
            <a:off x="1415480" y="1412776"/>
            <a:ext cx="0" cy="2880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Gerader Verbinder 95">
            <a:extLst>
              <a:ext uri="{FF2B5EF4-FFF2-40B4-BE49-F238E27FC236}">
                <a16:creationId xmlns:a16="http://schemas.microsoft.com/office/drawing/2014/main" id="{F1097DDE-8A25-2643-BC40-5A7C46C510A9}"/>
              </a:ext>
            </a:extLst>
          </p:cNvPr>
          <p:cNvCxnSpPr>
            <a:cxnSpLocks/>
          </p:cNvCxnSpPr>
          <p:nvPr/>
        </p:nvCxnSpPr>
        <p:spPr>
          <a:xfrm flipH="1">
            <a:off x="1091444" y="1700808"/>
            <a:ext cx="457250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Ellipse 96">
            <a:extLst>
              <a:ext uri="{FF2B5EF4-FFF2-40B4-BE49-F238E27FC236}">
                <a16:creationId xmlns:a16="http://schemas.microsoft.com/office/drawing/2014/main" id="{8A900230-7247-E5BD-C099-BD1C02E8D36F}"/>
              </a:ext>
            </a:extLst>
          </p:cNvPr>
          <p:cNvSpPr/>
          <p:nvPr/>
        </p:nvSpPr>
        <p:spPr>
          <a:xfrm>
            <a:off x="1379476" y="800708"/>
            <a:ext cx="72008" cy="7200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sz="700"/>
          </a:p>
        </p:txBody>
      </p:sp>
      <p:sp>
        <p:nvSpPr>
          <p:cNvPr id="100" name="Ellipse 99">
            <a:extLst>
              <a:ext uri="{FF2B5EF4-FFF2-40B4-BE49-F238E27FC236}">
                <a16:creationId xmlns:a16="http://schemas.microsoft.com/office/drawing/2014/main" id="{7A1B9A3D-2BAA-A98C-1048-B0FD03F021FC}"/>
              </a:ext>
            </a:extLst>
          </p:cNvPr>
          <p:cNvSpPr/>
          <p:nvPr/>
        </p:nvSpPr>
        <p:spPr>
          <a:xfrm>
            <a:off x="1379476" y="1664804"/>
            <a:ext cx="72008" cy="7200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sz="700"/>
          </a:p>
        </p:txBody>
      </p:sp>
      <p:cxnSp>
        <p:nvCxnSpPr>
          <p:cNvPr id="106" name="Gerader Verbinder 105">
            <a:extLst>
              <a:ext uri="{FF2B5EF4-FFF2-40B4-BE49-F238E27FC236}">
                <a16:creationId xmlns:a16="http://schemas.microsoft.com/office/drawing/2014/main" id="{66DAE13D-2DF4-95FA-0549-7C314328188C}"/>
              </a:ext>
            </a:extLst>
          </p:cNvPr>
          <p:cNvCxnSpPr>
            <a:cxnSpLocks/>
          </p:cNvCxnSpPr>
          <p:nvPr/>
        </p:nvCxnSpPr>
        <p:spPr>
          <a:xfrm flipH="1">
            <a:off x="7104112" y="764704"/>
            <a:ext cx="187220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Gerader Verbinder 122">
            <a:extLst>
              <a:ext uri="{FF2B5EF4-FFF2-40B4-BE49-F238E27FC236}">
                <a16:creationId xmlns:a16="http://schemas.microsoft.com/office/drawing/2014/main" id="{60BE0793-C0EE-A884-8445-EFD227A7C8A9}"/>
              </a:ext>
            </a:extLst>
          </p:cNvPr>
          <p:cNvCxnSpPr>
            <a:cxnSpLocks/>
          </p:cNvCxnSpPr>
          <p:nvPr/>
        </p:nvCxnSpPr>
        <p:spPr>
          <a:xfrm flipH="1">
            <a:off x="7104112" y="1664804"/>
            <a:ext cx="187220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Textfeld 175">
            <a:extLst>
              <a:ext uri="{FF2B5EF4-FFF2-40B4-BE49-F238E27FC236}">
                <a16:creationId xmlns:a16="http://schemas.microsoft.com/office/drawing/2014/main" id="{DF9ECD5C-6297-D648-28D3-DC71A0514482}"/>
              </a:ext>
            </a:extLst>
          </p:cNvPr>
          <p:cNvSpPr txBox="1"/>
          <p:nvPr/>
        </p:nvSpPr>
        <p:spPr>
          <a:xfrm>
            <a:off x="7752184" y="1448780"/>
            <a:ext cx="57099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000" b="1" dirty="0"/>
              <a:t>OUT2</a:t>
            </a:r>
          </a:p>
        </p:txBody>
      </p:sp>
      <p:grpSp>
        <p:nvGrpSpPr>
          <p:cNvPr id="178" name="Gruppieren 177">
            <a:extLst>
              <a:ext uri="{FF2B5EF4-FFF2-40B4-BE49-F238E27FC236}">
                <a16:creationId xmlns:a16="http://schemas.microsoft.com/office/drawing/2014/main" id="{526DBFA6-7ACB-C3D3-4854-CCD78957A0C7}"/>
              </a:ext>
            </a:extLst>
          </p:cNvPr>
          <p:cNvGrpSpPr/>
          <p:nvPr/>
        </p:nvGrpSpPr>
        <p:grpSpPr>
          <a:xfrm>
            <a:off x="3575720" y="764704"/>
            <a:ext cx="396044" cy="72008"/>
            <a:chOff x="3851920" y="476672"/>
            <a:chExt cx="396044" cy="72008"/>
          </a:xfrm>
        </p:grpSpPr>
        <p:cxnSp>
          <p:nvCxnSpPr>
            <p:cNvPr id="179" name="Gerader Verbinder 178">
              <a:extLst>
                <a:ext uri="{FF2B5EF4-FFF2-40B4-BE49-F238E27FC236}">
                  <a16:creationId xmlns:a16="http://schemas.microsoft.com/office/drawing/2014/main" id="{461A93F8-68D0-7738-8562-BED30AD9CC1A}"/>
                </a:ext>
              </a:extLst>
            </p:cNvPr>
            <p:cNvCxnSpPr>
              <a:cxnSpLocks/>
            </p:cNvCxnSpPr>
            <p:nvPr/>
          </p:nvCxnSpPr>
          <p:spPr>
            <a:xfrm>
              <a:off x="3851920" y="548680"/>
              <a:ext cx="14401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Gerader Verbinder 179">
              <a:extLst>
                <a:ext uri="{FF2B5EF4-FFF2-40B4-BE49-F238E27FC236}">
                  <a16:creationId xmlns:a16="http://schemas.microsoft.com/office/drawing/2014/main" id="{8BBAED95-D7A6-20C4-BEFB-8CCC2A5660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95936" y="476672"/>
              <a:ext cx="108012" cy="720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Gerader Verbinder 180">
              <a:extLst>
                <a:ext uri="{FF2B5EF4-FFF2-40B4-BE49-F238E27FC236}">
                  <a16:creationId xmlns:a16="http://schemas.microsoft.com/office/drawing/2014/main" id="{11C26819-9452-3938-39FD-B6752833A8AE}"/>
                </a:ext>
              </a:extLst>
            </p:cNvPr>
            <p:cNvCxnSpPr>
              <a:cxnSpLocks/>
            </p:cNvCxnSpPr>
            <p:nvPr/>
          </p:nvCxnSpPr>
          <p:spPr>
            <a:xfrm>
              <a:off x="4103948" y="548680"/>
              <a:ext cx="14401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3" name="Gerader Verbinder 182">
            <a:extLst>
              <a:ext uri="{FF2B5EF4-FFF2-40B4-BE49-F238E27FC236}">
                <a16:creationId xmlns:a16="http://schemas.microsoft.com/office/drawing/2014/main" id="{E3ABBDE7-E2E8-25AB-C10E-B439A220FA3D}"/>
              </a:ext>
            </a:extLst>
          </p:cNvPr>
          <p:cNvCxnSpPr>
            <a:cxnSpLocks/>
          </p:cNvCxnSpPr>
          <p:nvPr/>
        </p:nvCxnSpPr>
        <p:spPr>
          <a:xfrm flipH="1">
            <a:off x="4187788" y="836712"/>
            <a:ext cx="147616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Textfeld 187">
            <a:extLst>
              <a:ext uri="{FF2B5EF4-FFF2-40B4-BE49-F238E27FC236}">
                <a16:creationId xmlns:a16="http://schemas.microsoft.com/office/drawing/2014/main" id="{089CFF42-4389-B25E-3E29-5C1F38539775}"/>
              </a:ext>
            </a:extLst>
          </p:cNvPr>
          <p:cNvSpPr txBox="1"/>
          <p:nvPr/>
        </p:nvSpPr>
        <p:spPr>
          <a:xfrm>
            <a:off x="2855640" y="1484784"/>
            <a:ext cx="7870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000" b="1" dirty="0"/>
              <a:t>GNDPWR</a:t>
            </a:r>
          </a:p>
        </p:txBody>
      </p:sp>
      <p:sp>
        <p:nvSpPr>
          <p:cNvPr id="192" name="Rechteck 191">
            <a:extLst>
              <a:ext uri="{FF2B5EF4-FFF2-40B4-BE49-F238E27FC236}">
                <a16:creationId xmlns:a16="http://schemas.microsoft.com/office/drawing/2014/main" id="{11C347CF-998C-6186-30D8-9004EAD09B07}"/>
              </a:ext>
            </a:extLst>
          </p:cNvPr>
          <p:cNvSpPr/>
          <p:nvPr/>
        </p:nvSpPr>
        <p:spPr>
          <a:xfrm>
            <a:off x="2279576" y="2528900"/>
            <a:ext cx="720080" cy="54006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b="1" dirty="0"/>
              <a:t>LDO</a:t>
            </a:r>
            <a:br>
              <a:rPr lang="de-DE" sz="1000" b="1" dirty="0"/>
            </a:br>
            <a:r>
              <a:rPr lang="de-DE" sz="1000" b="1" dirty="0"/>
              <a:t>3V3</a:t>
            </a:r>
            <a:endParaRPr lang="de-AT" sz="1000" b="1" dirty="0"/>
          </a:p>
        </p:txBody>
      </p:sp>
      <p:cxnSp>
        <p:nvCxnSpPr>
          <p:cNvPr id="193" name="Gerader Verbinder 192">
            <a:extLst>
              <a:ext uri="{FF2B5EF4-FFF2-40B4-BE49-F238E27FC236}">
                <a16:creationId xmlns:a16="http://schemas.microsoft.com/office/drawing/2014/main" id="{ABD99D13-DB2A-E7BC-02CF-97C5A3803D68}"/>
              </a:ext>
            </a:extLst>
          </p:cNvPr>
          <p:cNvCxnSpPr>
            <a:cxnSpLocks/>
          </p:cNvCxnSpPr>
          <p:nvPr/>
        </p:nvCxnSpPr>
        <p:spPr>
          <a:xfrm>
            <a:off x="2603612" y="836712"/>
            <a:ext cx="0" cy="169218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Gerader Verbinder 194">
            <a:extLst>
              <a:ext uri="{FF2B5EF4-FFF2-40B4-BE49-F238E27FC236}">
                <a16:creationId xmlns:a16="http://schemas.microsoft.com/office/drawing/2014/main" id="{A89625A3-2CAD-EF2E-E8AD-1A1AF4FF8688}"/>
              </a:ext>
            </a:extLst>
          </p:cNvPr>
          <p:cNvCxnSpPr>
            <a:cxnSpLocks/>
          </p:cNvCxnSpPr>
          <p:nvPr/>
        </p:nvCxnSpPr>
        <p:spPr>
          <a:xfrm>
            <a:off x="1847528" y="836712"/>
            <a:ext cx="0" cy="169218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8" name="Gruppieren 197">
            <a:extLst>
              <a:ext uri="{FF2B5EF4-FFF2-40B4-BE49-F238E27FC236}">
                <a16:creationId xmlns:a16="http://schemas.microsoft.com/office/drawing/2014/main" id="{A4BFD330-EC1D-04EF-DBAD-E9E7FB70B734}"/>
              </a:ext>
            </a:extLst>
          </p:cNvPr>
          <p:cNvGrpSpPr/>
          <p:nvPr/>
        </p:nvGrpSpPr>
        <p:grpSpPr>
          <a:xfrm>
            <a:off x="3143672" y="1700808"/>
            <a:ext cx="144016" cy="180020"/>
            <a:chOff x="4499992" y="368660"/>
            <a:chExt cx="144016" cy="180020"/>
          </a:xfrm>
        </p:grpSpPr>
        <p:cxnSp>
          <p:nvCxnSpPr>
            <p:cNvPr id="199" name="Gerader Verbinder 198">
              <a:extLst>
                <a:ext uri="{FF2B5EF4-FFF2-40B4-BE49-F238E27FC236}">
                  <a16:creationId xmlns:a16="http://schemas.microsoft.com/office/drawing/2014/main" id="{CE9E2ECB-794D-128F-0A37-33B0D27B72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72000" y="368660"/>
              <a:ext cx="0" cy="18002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Gerader Verbinder 199">
              <a:extLst>
                <a:ext uri="{FF2B5EF4-FFF2-40B4-BE49-F238E27FC236}">
                  <a16:creationId xmlns:a16="http://schemas.microsoft.com/office/drawing/2014/main" id="{4C604A73-FC84-0568-50DD-1A9704143A95}"/>
                </a:ext>
              </a:extLst>
            </p:cNvPr>
            <p:cNvCxnSpPr>
              <a:cxnSpLocks/>
            </p:cNvCxnSpPr>
            <p:nvPr/>
          </p:nvCxnSpPr>
          <p:spPr>
            <a:xfrm>
              <a:off x="4499992" y="548680"/>
              <a:ext cx="14401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2" name="Gerader Verbinder 201">
            <a:extLst>
              <a:ext uri="{FF2B5EF4-FFF2-40B4-BE49-F238E27FC236}">
                <a16:creationId xmlns:a16="http://schemas.microsoft.com/office/drawing/2014/main" id="{088CD877-73CC-68FD-2E92-D484845E2B0D}"/>
              </a:ext>
            </a:extLst>
          </p:cNvPr>
          <p:cNvCxnSpPr>
            <a:cxnSpLocks/>
          </p:cNvCxnSpPr>
          <p:nvPr/>
        </p:nvCxnSpPr>
        <p:spPr>
          <a:xfrm>
            <a:off x="1883532" y="4689140"/>
            <a:ext cx="39604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3" name="Gruppieren 202">
            <a:extLst>
              <a:ext uri="{FF2B5EF4-FFF2-40B4-BE49-F238E27FC236}">
                <a16:creationId xmlns:a16="http://schemas.microsoft.com/office/drawing/2014/main" id="{1A475B36-6CD9-8D43-D8F8-783C392D1C74}"/>
              </a:ext>
            </a:extLst>
          </p:cNvPr>
          <p:cNvGrpSpPr/>
          <p:nvPr/>
        </p:nvGrpSpPr>
        <p:grpSpPr>
          <a:xfrm rot="16200000">
            <a:off x="1559496" y="4617132"/>
            <a:ext cx="576064" cy="144016"/>
            <a:chOff x="2411760" y="116632"/>
            <a:chExt cx="576064" cy="144016"/>
          </a:xfrm>
        </p:grpSpPr>
        <p:cxnSp>
          <p:nvCxnSpPr>
            <p:cNvPr id="204" name="Gerader Verbinder 203">
              <a:extLst>
                <a:ext uri="{FF2B5EF4-FFF2-40B4-BE49-F238E27FC236}">
                  <a16:creationId xmlns:a16="http://schemas.microsoft.com/office/drawing/2014/main" id="{CBDF5F54-C2C7-2A1C-375B-AC04C4558565}"/>
                </a:ext>
              </a:extLst>
            </p:cNvPr>
            <p:cNvCxnSpPr>
              <a:cxnSpLocks/>
            </p:cNvCxnSpPr>
            <p:nvPr/>
          </p:nvCxnSpPr>
          <p:spPr>
            <a:xfrm>
              <a:off x="2411760" y="188640"/>
              <a:ext cx="10801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5" name="Ellipse 204">
              <a:extLst>
                <a:ext uri="{FF2B5EF4-FFF2-40B4-BE49-F238E27FC236}">
                  <a16:creationId xmlns:a16="http://schemas.microsoft.com/office/drawing/2014/main" id="{6D331D7F-E4AA-EFD9-9253-B5BBE19D7B94}"/>
                </a:ext>
              </a:extLst>
            </p:cNvPr>
            <p:cNvSpPr/>
            <p:nvPr/>
          </p:nvSpPr>
          <p:spPr>
            <a:xfrm>
              <a:off x="2519772" y="152636"/>
              <a:ext cx="72008" cy="720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700"/>
            </a:p>
          </p:txBody>
        </p:sp>
        <p:sp>
          <p:nvSpPr>
            <p:cNvPr id="206" name="Ellipse 205">
              <a:extLst>
                <a:ext uri="{FF2B5EF4-FFF2-40B4-BE49-F238E27FC236}">
                  <a16:creationId xmlns:a16="http://schemas.microsoft.com/office/drawing/2014/main" id="{3289A103-1442-B88D-FB90-C00475AFF817}"/>
                </a:ext>
              </a:extLst>
            </p:cNvPr>
            <p:cNvSpPr/>
            <p:nvPr/>
          </p:nvSpPr>
          <p:spPr>
            <a:xfrm>
              <a:off x="2663788" y="152636"/>
              <a:ext cx="72008" cy="720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700"/>
            </a:p>
          </p:txBody>
        </p:sp>
        <p:cxnSp>
          <p:nvCxnSpPr>
            <p:cNvPr id="207" name="Gerader Verbinder 206">
              <a:extLst>
                <a:ext uri="{FF2B5EF4-FFF2-40B4-BE49-F238E27FC236}">
                  <a16:creationId xmlns:a16="http://schemas.microsoft.com/office/drawing/2014/main" id="{CEA2F230-0C93-10F0-0F55-BF71E7E9E10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43808" y="188640"/>
              <a:ext cx="14401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8" name="Bogen 207">
              <a:extLst>
                <a:ext uri="{FF2B5EF4-FFF2-40B4-BE49-F238E27FC236}">
                  <a16:creationId xmlns:a16="http://schemas.microsoft.com/office/drawing/2014/main" id="{A716B2B2-8ADE-5424-1525-0D3BD386304E}"/>
                </a:ext>
              </a:extLst>
            </p:cNvPr>
            <p:cNvSpPr/>
            <p:nvPr/>
          </p:nvSpPr>
          <p:spPr>
            <a:xfrm rot="16200000">
              <a:off x="2555776" y="116632"/>
              <a:ext cx="144016" cy="144016"/>
            </a:xfrm>
            <a:prstGeom prst="arc">
              <a:avLst>
                <a:gd name="adj1" fmla="val 16200000"/>
                <a:gd name="adj2" fmla="val 5378735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AT" sz="700"/>
            </a:p>
          </p:txBody>
        </p:sp>
        <p:sp>
          <p:nvSpPr>
            <p:cNvPr id="209" name="Ellipse 208">
              <a:extLst>
                <a:ext uri="{FF2B5EF4-FFF2-40B4-BE49-F238E27FC236}">
                  <a16:creationId xmlns:a16="http://schemas.microsoft.com/office/drawing/2014/main" id="{06900412-DAEB-D0FA-7EC1-383FF952158B}"/>
                </a:ext>
              </a:extLst>
            </p:cNvPr>
            <p:cNvSpPr/>
            <p:nvPr/>
          </p:nvSpPr>
          <p:spPr>
            <a:xfrm>
              <a:off x="2807804" y="152636"/>
              <a:ext cx="72008" cy="720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700"/>
            </a:p>
          </p:txBody>
        </p:sp>
      </p:grpSp>
      <p:cxnSp>
        <p:nvCxnSpPr>
          <p:cNvPr id="211" name="Gerader Verbinder 210">
            <a:extLst>
              <a:ext uri="{FF2B5EF4-FFF2-40B4-BE49-F238E27FC236}">
                <a16:creationId xmlns:a16="http://schemas.microsoft.com/office/drawing/2014/main" id="{2C1883B7-77F7-A60A-2FF2-347284DD0A3D}"/>
              </a:ext>
            </a:extLst>
          </p:cNvPr>
          <p:cNvCxnSpPr>
            <a:cxnSpLocks/>
            <a:endCxn id="209" idx="6"/>
          </p:cNvCxnSpPr>
          <p:nvPr/>
        </p:nvCxnSpPr>
        <p:spPr>
          <a:xfrm>
            <a:off x="1847528" y="3068960"/>
            <a:ext cx="0" cy="14401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Textfeld 211">
            <a:extLst>
              <a:ext uri="{FF2B5EF4-FFF2-40B4-BE49-F238E27FC236}">
                <a16:creationId xmlns:a16="http://schemas.microsoft.com/office/drawing/2014/main" id="{81ED324D-8564-969C-53C2-8EDF2202674B}"/>
              </a:ext>
            </a:extLst>
          </p:cNvPr>
          <p:cNvSpPr txBox="1"/>
          <p:nvPr/>
        </p:nvSpPr>
        <p:spPr>
          <a:xfrm>
            <a:off x="2243572" y="4581128"/>
            <a:ext cx="1140804" cy="2520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AT" sz="1000" b="1" dirty="0"/>
              <a:t>VDD3V3_NRF</a:t>
            </a:r>
          </a:p>
        </p:txBody>
      </p:sp>
      <p:sp>
        <p:nvSpPr>
          <p:cNvPr id="213" name="Textfeld 212">
            <a:extLst>
              <a:ext uri="{FF2B5EF4-FFF2-40B4-BE49-F238E27FC236}">
                <a16:creationId xmlns:a16="http://schemas.microsoft.com/office/drawing/2014/main" id="{7B426E90-3803-D075-244A-18BD9C7DA869}"/>
              </a:ext>
            </a:extLst>
          </p:cNvPr>
          <p:cNvSpPr txBox="1"/>
          <p:nvPr/>
        </p:nvSpPr>
        <p:spPr>
          <a:xfrm>
            <a:off x="1523492" y="4941168"/>
            <a:ext cx="1140804" cy="2520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AT" sz="1000" b="1" dirty="0"/>
              <a:t>External</a:t>
            </a:r>
          </a:p>
        </p:txBody>
      </p:sp>
      <p:cxnSp>
        <p:nvCxnSpPr>
          <p:cNvPr id="215" name="Gerader Verbinder 214">
            <a:extLst>
              <a:ext uri="{FF2B5EF4-FFF2-40B4-BE49-F238E27FC236}">
                <a16:creationId xmlns:a16="http://schemas.microsoft.com/office/drawing/2014/main" id="{F2F92F92-89FF-EADA-E4C1-E50E0500B247}"/>
              </a:ext>
            </a:extLst>
          </p:cNvPr>
          <p:cNvCxnSpPr>
            <a:cxnSpLocks/>
          </p:cNvCxnSpPr>
          <p:nvPr/>
        </p:nvCxnSpPr>
        <p:spPr>
          <a:xfrm flipV="1">
            <a:off x="5843972" y="2384884"/>
            <a:ext cx="0" cy="50405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Rechteck 218">
            <a:extLst>
              <a:ext uri="{FF2B5EF4-FFF2-40B4-BE49-F238E27FC236}">
                <a16:creationId xmlns:a16="http://schemas.microsoft.com/office/drawing/2014/main" id="{7399D808-CAAF-900B-2B47-C44921DF4BCF}"/>
              </a:ext>
            </a:extLst>
          </p:cNvPr>
          <p:cNvSpPr/>
          <p:nvPr/>
        </p:nvSpPr>
        <p:spPr>
          <a:xfrm>
            <a:off x="5735960" y="2096852"/>
            <a:ext cx="1404156" cy="2880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000" b="1" dirty="0">
                <a:solidFill>
                  <a:schemeClr val="tx1"/>
                </a:solidFill>
              </a:rPr>
              <a:t>Select via </a:t>
            </a:r>
            <a:r>
              <a:rPr lang="de-AT" sz="1000" b="1" dirty="0" err="1">
                <a:solidFill>
                  <a:schemeClr val="tx1"/>
                </a:solidFill>
              </a:rPr>
              <a:t>Resistor</a:t>
            </a:r>
            <a:endParaRPr lang="de-AT" sz="1000" b="1" dirty="0">
              <a:solidFill>
                <a:schemeClr val="tx1"/>
              </a:solidFill>
            </a:endParaRPr>
          </a:p>
        </p:txBody>
      </p:sp>
      <p:cxnSp>
        <p:nvCxnSpPr>
          <p:cNvPr id="222" name="Gerader Verbinder 221">
            <a:extLst>
              <a:ext uri="{FF2B5EF4-FFF2-40B4-BE49-F238E27FC236}">
                <a16:creationId xmlns:a16="http://schemas.microsoft.com/office/drawing/2014/main" id="{30C617FC-A705-A68B-B659-5F08BF2CE65F}"/>
              </a:ext>
            </a:extLst>
          </p:cNvPr>
          <p:cNvCxnSpPr>
            <a:cxnSpLocks/>
          </p:cNvCxnSpPr>
          <p:nvPr/>
        </p:nvCxnSpPr>
        <p:spPr>
          <a:xfrm flipV="1">
            <a:off x="6384032" y="1844824"/>
            <a:ext cx="0" cy="25202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Gerader Verbinder 223">
            <a:extLst>
              <a:ext uri="{FF2B5EF4-FFF2-40B4-BE49-F238E27FC236}">
                <a16:creationId xmlns:a16="http://schemas.microsoft.com/office/drawing/2014/main" id="{ECF6E34C-AD0E-8928-7D9A-C14595DC59BE}"/>
              </a:ext>
            </a:extLst>
          </p:cNvPr>
          <p:cNvCxnSpPr>
            <a:cxnSpLocks/>
          </p:cNvCxnSpPr>
          <p:nvPr/>
        </p:nvCxnSpPr>
        <p:spPr>
          <a:xfrm flipV="1">
            <a:off x="6924092" y="2420888"/>
            <a:ext cx="0" cy="50405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Textfeld 224">
            <a:extLst>
              <a:ext uri="{FF2B5EF4-FFF2-40B4-BE49-F238E27FC236}">
                <a16:creationId xmlns:a16="http://schemas.microsoft.com/office/drawing/2014/main" id="{E2FDB95B-44E9-BA6F-CB13-1613BFE77D10}"/>
              </a:ext>
            </a:extLst>
          </p:cNvPr>
          <p:cNvSpPr txBox="1"/>
          <p:nvPr/>
        </p:nvSpPr>
        <p:spPr>
          <a:xfrm>
            <a:off x="6888088" y="2528900"/>
            <a:ext cx="57099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000" b="1" dirty="0"/>
              <a:t>PWM</a:t>
            </a:r>
          </a:p>
        </p:txBody>
      </p:sp>
      <p:sp>
        <p:nvSpPr>
          <p:cNvPr id="226" name="Textfeld 225">
            <a:extLst>
              <a:ext uri="{FF2B5EF4-FFF2-40B4-BE49-F238E27FC236}">
                <a16:creationId xmlns:a16="http://schemas.microsoft.com/office/drawing/2014/main" id="{F6B6F106-3595-8C9C-0E59-C9AD105707BD}"/>
              </a:ext>
            </a:extLst>
          </p:cNvPr>
          <p:cNvSpPr txBox="1"/>
          <p:nvPr/>
        </p:nvSpPr>
        <p:spPr>
          <a:xfrm>
            <a:off x="5411924" y="2528900"/>
            <a:ext cx="57099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000" b="1" dirty="0"/>
              <a:t>PWM</a:t>
            </a:r>
          </a:p>
        </p:txBody>
      </p:sp>
      <p:sp>
        <p:nvSpPr>
          <p:cNvPr id="228" name="Textfeld 227">
            <a:extLst>
              <a:ext uri="{FF2B5EF4-FFF2-40B4-BE49-F238E27FC236}">
                <a16:creationId xmlns:a16="http://schemas.microsoft.com/office/drawing/2014/main" id="{5878D6B1-4A02-CC82-FCD3-DCB31BEA66BC}"/>
              </a:ext>
            </a:extLst>
          </p:cNvPr>
          <p:cNvSpPr txBox="1"/>
          <p:nvPr/>
        </p:nvSpPr>
        <p:spPr>
          <a:xfrm>
            <a:off x="6092376" y="3284984"/>
            <a:ext cx="4812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sz="1000" b="1" dirty="0">
                <a:solidFill>
                  <a:srgbClr val="7030A0"/>
                </a:solidFill>
              </a:rPr>
              <a:t>UART</a:t>
            </a:r>
          </a:p>
        </p:txBody>
      </p:sp>
      <p:cxnSp>
        <p:nvCxnSpPr>
          <p:cNvPr id="231" name="Gerader Verbinder 230">
            <a:extLst>
              <a:ext uri="{FF2B5EF4-FFF2-40B4-BE49-F238E27FC236}">
                <a16:creationId xmlns:a16="http://schemas.microsoft.com/office/drawing/2014/main" id="{939D932D-74CC-729D-3C17-57EAF6CEA5FF}"/>
              </a:ext>
            </a:extLst>
          </p:cNvPr>
          <p:cNvCxnSpPr>
            <a:cxnSpLocks/>
          </p:cNvCxnSpPr>
          <p:nvPr/>
        </p:nvCxnSpPr>
        <p:spPr>
          <a:xfrm>
            <a:off x="2603612" y="4005064"/>
            <a:ext cx="147616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2" name="Gruppieren 231">
            <a:extLst>
              <a:ext uri="{FF2B5EF4-FFF2-40B4-BE49-F238E27FC236}">
                <a16:creationId xmlns:a16="http://schemas.microsoft.com/office/drawing/2014/main" id="{C6CFCF7E-746A-D3DE-9FD1-0C5F92BB3993}"/>
              </a:ext>
            </a:extLst>
          </p:cNvPr>
          <p:cNvGrpSpPr/>
          <p:nvPr/>
        </p:nvGrpSpPr>
        <p:grpSpPr>
          <a:xfrm rot="16200000">
            <a:off x="2315580" y="3933056"/>
            <a:ext cx="576064" cy="144016"/>
            <a:chOff x="2411760" y="116632"/>
            <a:chExt cx="576064" cy="144016"/>
          </a:xfrm>
        </p:grpSpPr>
        <p:cxnSp>
          <p:nvCxnSpPr>
            <p:cNvPr id="233" name="Gerader Verbinder 232">
              <a:extLst>
                <a:ext uri="{FF2B5EF4-FFF2-40B4-BE49-F238E27FC236}">
                  <a16:creationId xmlns:a16="http://schemas.microsoft.com/office/drawing/2014/main" id="{99F97853-25D4-593A-EB1D-3EB104D8A4C9}"/>
                </a:ext>
              </a:extLst>
            </p:cNvPr>
            <p:cNvCxnSpPr>
              <a:cxnSpLocks/>
            </p:cNvCxnSpPr>
            <p:nvPr/>
          </p:nvCxnSpPr>
          <p:spPr>
            <a:xfrm>
              <a:off x="2411760" y="188640"/>
              <a:ext cx="10801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4" name="Ellipse 233">
              <a:extLst>
                <a:ext uri="{FF2B5EF4-FFF2-40B4-BE49-F238E27FC236}">
                  <a16:creationId xmlns:a16="http://schemas.microsoft.com/office/drawing/2014/main" id="{9712803B-E011-B856-4761-BDCCCBAE9D6A}"/>
                </a:ext>
              </a:extLst>
            </p:cNvPr>
            <p:cNvSpPr/>
            <p:nvPr/>
          </p:nvSpPr>
          <p:spPr>
            <a:xfrm>
              <a:off x="2519772" y="152636"/>
              <a:ext cx="72008" cy="720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700"/>
            </a:p>
          </p:txBody>
        </p:sp>
        <p:sp>
          <p:nvSpPr>
            <p:cNvPr id="235" name="Ellipse 234">
              <a:extLst>
                <a:ext uri="{FF2B5EF4-FFF2-40B4-BE49-F238E27FC236}">
                  <a16:creationId xmlns:a16="http://schemas.microsoft.com/office/drawing/2014/main" id="{08F4FDA8-9536-B49D-0A98-DA3033D5A5C0}"/>
                </a:ext>
              </a:extLst>
            </p:cNvPr>
            <p:cNvSpPr/>
            <p:nvPr/>
          </p:nvSpPr>
          <p:spPr>
            <a:xfrm>
              <a:off x="2663788" y="152636"/>
              <a:ext cx="72008" cy="720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700"/>
            </a:p>
          </p:txBody>
        </p:sp>
        <p:cxnSp>
          <p:nvCxnSpPr>
            <p:cNvPr id="236" name="Gerader Verbinder 235">
              <a:extLst>
                <a:ext uri="{FF2B5EF4-FFF2-40B4-BE49-F238E27FC236}">
                  <a16:creationId xmlns:a16="http://schemas.microsoft.com/office/drawing/2014/main" id="{13D07054-FA36-B015-9893-45803B49146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43808" y="188640"/>
              <a:ext cx="14401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7" name="Bogen 236">
              <a:extLst>
                <a:ext uri="{FF2B5EF4-FFF2-40B4-BE49-F238E27FC236}">
                  <a16:creationId xmlns:a16="http://schemas.microsoft.com/office/drawing/2014/main" id="{B287B33B-B7B9-B535-6FEF-DD650885702A}"/>
                </a:ext>
              </a:extLst>
            </p:cNvPr>
            <p:cNvSpPr/>
            <p:nvPr/>
          </p:nvSpPr>
          <p:spPr>
            <a:xfrm rot="16200000">
              <a:off x="2555776" y="116632"/>
              <a:ext cx="144016" cy="144016"/>
            </a:xfrm>
            <a:prstGeom prst="arc">
              <a:avLst>
                <a:gd name="adj1" fmla="val 16200000"/>
                <a:gd name="adj2" fmla="val 5378735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AT" sz="700"/>
            </a:p>
          </p:txBody>
        </p:sp>
        <p:sp>
          <p:nvSpPr>
            <p:cNvPr id="238" name="Ellipse 237">
              <a:extLst>
                <a:ext uri="{FF2B5EF4-FFF2-40B4-BE49-F238E27FC236}">
                  <a16:creationId xmlns:a16="http://schemas.microsoft.com/office/drawing/2014/main" id="{CB927714-13F1-1FE6-B948-395165E0B665}"/>
                </a:ext>
              </a:extLst>
            </p:cNvPr>
            <p:cNvSpPr/>
            <p:nvPr/>
          </p:nvSpPr>
          <p:spPr>
            <a:xfrm>
              <a:off x="2807804" y="152636"/>
              <a:ext cx="72008" cy="720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700"/>
            </a:p>
          </p:txBody>
        </p:sp>
      </p:grpSp>
      <p:sp>
        <p:nvSpPr>
          <p:cNvPr id="239" name="Textfeld 238">
            <a:extLst>
              <a:ext uri="{FF2B5EF4-FFF2-40B4-BE49-F238E27FC236}">
                <a16:creationId xmlns:a16="http://schemas.microsoft.com/office/drawing/2014/main" id="{8ED85FBA-E182-763A-81CE-F48BD54A81A2}"/>
              </a:ext>
            </a:extLst>
          </p:cNvPr>
          <p:cNvSpPr txBox="1"/>
          <p:nvPr/>
        </p:nvSpPr>
        <p:spPr>
          <a:xfrm>
            <a:off x="2603612" y="3789040"/>
            <a:ext cx="1140804" cy="2520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AT" sz="1000" b="1" dirty="0"/>
              <a:t>VCC3V3</a:t>
            </a:r>
          </a:p>
        </p:txBody>
      </p:sp>
      <p:sp>
        <p:nvSpPr>
          <p:cNvPr id="240" name="Textfeld 239">
            <a:extLst>
              <a:ext uri="{FF2B5EF4-FFF2-40B4-BE49-F238E27FC236}">
                <a16:creationId xmlns:a16="http://schemas.microsoft.com/office/drawing/2014/main" id="{70FE30A0-CF92-EED3-A0F3-58A242A442D9}"/>
              </a:ext>
            </a:extLst>
          </p:cNvPr>
          <p:cNvSpPr txBox="1"/>
          <p:nvPr/>
        </p:nvSpPr>
        <p:spPr>
          <a:xfrm>
            <a:off x="2171564" y="4257092"/>
            <a:ext cx="1140804" cy="2520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AT" sz="1000" b="1" dirty="0"/>
              <a:t>External</a:t>
            </a:r>
          </a:p>
        </p:txBody>
      </p:sp>
      <p:cxnSp>
        <p:nvCxnSpPr>
          <p:cNvPr id="241" name="Gerader Verbinder 240">
            <a:extLst>
              <a:ext uri="{FF2B5EF4-FFF2-40B4-BE49-F238E27FC236}">
                <a16:creationId xmlns:a16="http://schemas.microsoft.com/office/drawing/2014/main" id="{6D4CA7E2-65CA-8748-B372-C108830E0DDC}"/>
              </a:ext>
            </a:extLst>
          </p:cNvPr>
          <p:cNvCxnSpPr>
            <a:cxnSpLocks/>
          </p:cNvCxnSpPr>
          <p:nvPr/>
        </p:nvCxnSpPr>
        <p:spPr>
          <a:xfrm>
            <a:off x="2603612" y="3068960"/>
            <a:ext cx="0" cy="7200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3" name="Textfeld 242">
            <a:extLst>
              <a:ext uri="{FF2B5EF4-FFF2-40B4-BE49-F238E27FC236}">
                <a16:creationId xmlns:a16="http://schemas.microsoft.com/office/drawing/2014/main" id="{4EA2D8E1-A6FD-B17F-43BF-7D9474705185}"/>
              </a:ext>
            </a:extLst>
          </p:cNvPr>
          <p:cNvSpPr txBox="1"/>
          <p:nvPr/>
        </p:nvSpPr>
        <p:spPr>
          <a:xfrm>
            <a:off x="2567608" y="3320988"/>
            <a:ext cx="1140804" cy="2520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AT" sz="1000" b="1" dirty="0"/>
              <a:t>VCC3V3_ATM</a:t>
            </a:r>
          </a:p>
        </p:txBody>
      </p:sp>
      <p:sp>
        <p:nvSpPr>
          <p:cNvPr id="245" name="Rechteck 244">
            <a:extLst>
              <a:ext uri="{FF2B5EF4-FFF2-40B4-BE49-F238E27FC236}">
                <a16:creationId xmlns:a16="http://schemas.microsoft.com/office/drawing/2014/main" id="{3C892B04-3FBC-FE46-A71B-C4CF0FAE059C}"/>
              </a:ext>
            </a:extLst>
          </p:cNvPr>
          <p:cNvSpPr/>
          <p:nvPr/>
        </p:nvSpPr>
        <p:spPr>
          <a:xfrm>
            <a:off x="9588388" y="3176972"/>
            <a:ext cx="1404156" cy="8640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000" b="1" dirty="0" err="1">
                <a:solidFill>
                  <a:schemeClr val="tx1"/>
                </a:solidFill>
              </a:rPr>
              <a:t>Accelerometer</a:t>
            </a:r>
            <a:br>
              <a:rPr lang="de-AT" sz="1000" b="1" dirty="0">
                <a:solidFill>
                  <a:schemeClr val="tx1"/>
                </a:solidFill>
              </a:rPr>
            </a:br>
            <a:r>
              <a:rPr lang="de-AT" sz="1000" b="1" dirty="0">
                <a:solidFill>
                  <a:schemeClr val="tx1"/>
                </a:solidFill>
              </a:rPr>
              <a:t>3Axis</a:t>
            </a:r>
          </a:p>
        </p:txBody>
      </p:sp>
      <p:cxnSp>
        <p:nvCxnSpPr>
          <p:cNvPr id="246" name="Gerader Verbinder 245">
            <a:extLst>
              <a:ext uri="{FF2B5EF4-FFF2-40B4-BE49-F238E27FC236}">
                <a16:creationId xmlns:a16="http://schemas.microsoft.com/office/drawing/2014/main" id="{F018D728-1510-2AB2-F4F9-86DB7C31B4A7}"/>
              </a:ext>
            </a:extLst>
          </p:cNvPr>
          <p:cNvCxnSpPr>
            <a:cxnSpLocks/>
          </p:cNvCxnSpPr>
          <p:nvPr/>
        </p:nvCxnSpPr>
        <p:spPr>
          <a:xfrm flipH="1">
            <a:off x="8940316" y="3681028"/>
            <a:ext cx="648072" cy="0"/>
          </a:xfrm>
          <a:prstGeom prst="line">
            <a:avLst/>
          </a:prstGeom>
          <a:ln w="38100">
            <a:solidFill>
              <a:srgbClr val="7030A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7" name="Textfeld 246">
            <a:extLst>
              <a:ext uri="{FF2B5EF4-FFF2-40B4-BE49-F238E27FC236}">
                <a16:creationId xmlns:a16="http://schemas.microsoft.com/office/drawing/2014/main" id="{0E238FF8-3902-7810-FD41-33534F0E2A5F}"/>
              </a:ext>
            </a:extLst>
          </p:cNvPr>
          <p:cNvSpPr txBox="1"/>
          <p:nvPr/>
        </p:nvSpPr>
        <p:spPr>
          <a:xfrm>
            <a:off x="8940316" y="3429000"/>
            <a:ext cx="6319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sz="1000" b="1" dirty="0">
                <a:solidFill>
                  <a:srgbClr val="7030A0"/>
                </a:solidFill>
              </a:rPr>
              <a:t>I2C_NRF</a:t>
            </a:r>
          </a:p>
        </p:txBody>
      </p:sp>
      <p:cxnSp>
        <p:nvCxnSpPr>
          <p:cNvPr id="248" name="Gerader Verbinder 247">
            <a:extLst>
              <a:ext uri="{FF2B5EF4-FFF2-40B4-BE49-F238E27FC236}">
                <a16:creationId xmlns:a16="http://schemas.microsoft.com/office/drawing/2014/main" id="{6DE0BBC8-E762-33EF-8021-A87E1B2B947E}"/>
              </a:ext>
            </a:extLst>
          </p:cNvPr>
          <p:cNvCxnSpPr>
            <a:cxnSpLocks/>
          </p:cNvCxnSpPr>
          <p:nvPr/>
        </p:nvCxnSpPr>
        <p:spPr>
          <a:xfrm flipH="1">
            <a:off x="8940316" y="2996952"/>
            <a:ext cx="1944216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9" name="Textfeld 248">
            <a:extLst>
              <a:ext uri="{FF2B5EF4-FFF2-40B4-BE49-F238E27FC236}">
                <a16:creationId xmlns:a16="http://schemas.microsoft.com/office/drawing/2014/main" id="{A8C352C5-DE0B-4181-3669-C32DA36FA28A}"/>
              </a:ext>
            </a:extLst>
          </p:cNvPr>
          <p:cNvSpPr txBox="1"/>
          <p:nvPr/>
        </p:nvSpPr>
        <p:spPr>
          <a:xfrm>
            <a:off x="10128448" y="2780928"/>
            <a:ext cx="1140804" cy="2520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AT" sz="1000" b="1" dirty="0"/>
              <a:t>VDD3V3_NRF</a:t>
            </a:r>
          </a:p>
        </p:txBody>
      </p:sp>
      <p:cxnSp>
        <p:nvCxnSpPr>
          <p:cNvPr id="252" name="Gerader Verbinder 251">
            <a:extLst>
              <a:ext uri="{FF2B5EF4-FFF2-40B4-BE49-F238E27FC236}">
                <a16:creationId xmlns:a16="http://schemas.microsoft.com/office/drawing/2014/main" id="{90B094AA-2C5C-D633-A3D8-A6D7A85F1821}"/>
              </a:ext>
            </a:extLst>
          </p:cNvPr>
          <p:cNvCxnSpPr>
            <a:cxnSpLocks/>
          </p:cNvCxnSpPr>
          <p:nvPr/>
        </p:nvCxnSpPr>
        <p:spPr>
          <a:xfrm>
            <a:off x="10200456" y="2996952"/>
            <a:ext cx="0" cy="18002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Gerader Verbinder 256">
            <a:extLst>
              <a:ext uri="{FF2B5EF4-FFF2-40B4-BE49-F238E27FC236}">
                <a16:creationId xmlns:a16="http://schemas.microsoft.com/office/drawing/2014/main" id="{C0962914-A0F3-02E3-79E2-D58C3D068ECA}"/>
              </a:ext>
            </a:extLst>
          </p:cNvPr>
          <p:cNvCxnSpPr>
            <a:cxnSpLocks/>
          </p:cNvCxnSpPr>
          <p:nvPr/>
        </p:nvCxnSpPr>
        <p:spPr>
          <a:xfrm>
            <a:off x="3827748" y="1016732"/>
            <a:ext cx="0" cy="496855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Gerader Verbinder 261">
            <a:extLst>
              <a:ext uri="{FF2B5EF4-FFF2-40B4-BE49-F238E27FC236}">
                <a16:creationId xmlns:a16="http://schemas.microsoft.com/office/drawing/2014/main" id="{61C877D1-8186-9640-7ABF-D8A2F723C81C}"/>
              </a:ext>
            </a:extLst>
          </p:cNvPr>
          <p:cNvCxnSpPr>
            <a:cxnSpLocks/>
          </p:cNvCxnSpPr>
          <p:nvPr/>
        </p:nvCxnSpPr>
        <p:spPr>
          <a:xfrm flipH="1">
            <a:off x="3827748" y="2564904"/>
            <a:ext cx="248427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Gerader Verbinder 263">
            <a:extLst>
              <a:ext uri="{FF2B5EF4-FFF2-40B4-BE49-F238E27FC236}">
                <a16:creationId xmlns:a16="http://schemas.microsoft.com/office/drawing/2014/main" id="{9126620E-D4C4-524E-A37B-1D89348ADA5E}"/>
              </a:ext>
            </a:extLst>
          </p:cNvPr>
          <p:cNvCxnSpPr>
            <a:cxnSpLocks/>
          </p:cNvCxnSpPr>
          <p:nvPr/>
        </p:nvCxnSpPr>
        <p:spPr>
          <a:xfrm>
            <a:off x="4259796" y="2564904"/>
            <a:ext cx="0" cy="32403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Gerader Verbinder 267">
            <a:extLst>
              <a:ext uri="{FF2B5EF4-FFF2-40B4-BE49-F238E27FC236}">
                <a16:creationId xmlns:a16="http://schemas.microsoft.com/office/drawing/2014/main" id="{ABF0ED72-9AA9-82D2-713E-4AA999C0073E}"/>
              </a:ext>
            </a:extLst>
          </p:cNvPr>
          <p:cNvCxnSpPr>
            <a:cxnSpLocks/>
          </p:cNvCxnSpPr>
          <p:nvPr/>
        </p:nvCxnSpPr>
        <p:spPr>
          <a:xfrm>
            <a:off x="6312024" y="2564904"/>
            <a:ext cx="0" cy="61206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Gerader Verbinder 269">
            <a:extLst>
              <a:ext uri="{FF2B5EF4-FFF2-40B4-BE49-F238E27FC236}">
                <a16:creationId xmlns:a16="http://schemas.microsoft.com/office/drawing/2014/main" id="{53EE0AF3-4908-86FE-94F5-07214D93BCAD}"/>
              </a:ext>
            </a:extLst>
          </p:cNvPr>
          <p:cNvCxnSpPr>
            <a:cxnSpLocks/>
          </p:cNvCxnSpPr>
          <p:nvPr/>
        </p:nvCxnSpPr>
        <p:spPr>
          <a:xfrm flipH="1">
            <a:off x="6312024" y="3176972"/>
            <a:ext cx="32403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Gerader Verbinder 275">
            <a:extLst>
              <a:ext uri="{FF2B5EF4-FFF2-40B4-BE49-F238E27FC236}">
                <a16:creationId xmlns:a16="http://schemas.microsoft.com/office/drawing/2014/main" id="{4626B6E2-5BEF-07AA-A432-D5517D505704}"/>
              </a:ext>
            </a:extLst>
          </p:cNvPr>
          <p:cNvCxnSpPr>
            <a:cxnSpLocks/>
          </p:cNvCxnSpPr>
          <p:nvPr/>
        </p:nvCxnSpPr>
        <p:spPr>
          <a:xfrm>
            <a:off x="1307468" y="5589240"/>
            <a:ext cx="0" cy="404428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9" name="Textfeld 278">
            <a:extLst>
              <a:ext uri="{FF2B5EF4-FFF2-40B4-BE49-F238E27FC236}">
                <a16:creationId xmlns:a16="http://schemas.microsoft.com/office/drawing/2014/main" id="{C2FFFBAF-9CBE-8A08-D0EF-5CC46B983666}"/>
              </a:ext>
            </a:extLst>
          </p:cNvPr>
          <p:cNvSpPr txBox="1"/>
          <p:nvPr/>
        </p:nvSpPr>
        <p:spPr>
          <a:xfrm rot="16200000">
            <a:off x="683060" y="5241540"/>
            <a:ext cx="1140804" cy="2520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AT" sz="1000" dirty="0"/>
              <a:t>VCC3V3_NRF</a:t>
            </a:r>
          </a:p>
        </p:txBody>
      </p:sp>
      <p:cxnSp>
        <p:nvCxnSpPr>
          <p:cNvPr id="280" name="Gerader Verbinder 279">
            <a:extLst>
              <a:ext uri="{FF2B5EF4-FFF2-40B4-BE49-F238E27FC236}">
                <a16:creationId xmlns:a16="http://schemas.microsoft.com/office/drawing/2014/main" id="{4DB917D1-D669-BF23-FCE2-564E17736B6B}"/>
              </a:ext>
            </a:extLst>
          </p:cNvPr>
          <p:cNvCxnSpPr>
            <a:cxnSpLocks/>
          </p:cNvCxnSpPr>
          <p:nvPr/>
        </p:nvCxnSpPr>
        <p:spPr>
          <a:xfrm>
            <a:off x="1595500" y="5589240"/>
            <a:ext cx="0" cy="404428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1" name="Textfeld 280">
            <a:extLst>
              <a:ext uri="{FF2B5EF4-FFF2-40B4-BE49-F238E27FC236}">
                <a16:creationId xmlns:a16="http://schemas.microsoft.com/office/drawing/2014/main" id="{6F8742C2-0E14-EFA4-4A52-80E8B282971F}"/>
              </a:ext>
            </a:extLst>
          </p:cNvPr>
          <p:cNvSpPr txBox="1"/>
          <p:nvPr/>
        </p:nvSpPr>
        <p:spPr>
          <a:xfrm rot="16200000">
            <a:off x="935088" y="5205536"/>
            <a:ext cx="1140804" cy="2520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AT" sz="1000" dirty="0"/>
              <a:t>VCC3V3_ATM</a:t>
            </a:r>
          </a:p>
        </p:txBody>
      </p:sp>
      <p:sp>
        <p:nvSpPr>
          <p:cNvPr id="282" name="Textfeld 281">
            <a:extLst>
              <a:ext uri="{FF2B5EF4-FFF2-40B4-BE49-F238E27FC236}">
                <a16:creationId xmlns:a16="http://schemas.microsoft.com/office/drawing/2014/main" id="{6792EE7B-4AB4-C35C-9E62-69F5ADD5DF39}"/>
              </a:ext>
            </a:extLst>
          </p:cNvPr>
          <p:cNvSpPr txBox="1"/>
          <p:nvPr/>
        </p:nvSpPr>
        <p:spPr>
          <a:xfrm>
            <a:off x="1559496" y="620688"/>
            <a:ext cx="7870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000" b="1" dirty="0"/>
              <a:t>VM</a:t>
            </a:r>
          </a:p>
        </p:txBody>
      </p:sp>
      <p:sp>
        <p:nvSpPr>
          <p:cNvPr id="283" name="Textfeld 282">
            <a:extLst>
              <a:ext uri="{FF2B5EF4-FFF2-40B4-BE49-F238E27FC236}">
                <a16:creationId xmlns:a16="http://schemas.microsoft.com/office/drawing/2014/main" id="{F3B1CE46-F996-8C6A-CB4F-63C96C12157B}"/>
              </a:ext>
            </a:extLst>
          </p:cNvPr>
          <p:cNvSpPr txBox="1"/>
          <p:nvPr/>
        </p:nvSpPr>
        <p:spPr>
          <a:xfrm>
            <a:off x="4907868" y="620688"/>
            <a:ext cx="7870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000" b="1" dirty="0"/>
              <a:t>VMSW</a:t>
            </a:r>
          </a:p>
        </p:txBody>
      </p:sp>
      <p:cxnSp>
        <p:nvCxnSpPr>
          <p:cNvPr id="284" name="Gerader Verbinder 283">
            <a:extLst>
              <a:ext uri="{FF2B5EF4-FFF2-40B4-BE49-F238E27FC236}">
                <a16:creationId xmlns:a16="http://schemas.microsoft.com/office/drawing/2014/main" id="{303C81F3-CD05-D0CE-9CF9-9491056B1A89}"/>
              </a:ext>
            </a:extLst>
          </p:cNvPr>
          <p:cNvCxnSpPr>
            <a:cxnSpLocks/>
          </p:cNvCxnSpPr>
          <p:nvPr/>
        </p:nvCxnSpPr>
        <p:spPr>
          <a:xfrm>
            <a:off x="2099556" y="5589240"/>
            <a:ext cx="0" cy="404428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5" name="Textfeld 284">
            <a:extLst>
              <a:ext uri="{FF2B5EF4-FFF2-40B4-BE49-F238E27FC236}">
                <a16:creationId xmlns:a16="http://schemas.microsoft.com/office/drawing/2014/main" id="{7ED3F71B-CD4D-F05C-A19D-B6B87442B781}"/>
              </a:ext>
            </a:extLst>
          </p:cNvPr>
          <p:cNvSpPr txBox="1"/>
          <p:nvPr/>
        </p:nvSpPr>
        <p:spPr>
          <a:xfrm rot="16200000">
            <a:off x="1817186" y="5547574"/>
            <a:ext cx="384720" cy="2520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AT" sz="1000" dirty="0"/>
              <a:t>VM</a:t>
            </a:r>
          </a:p>
        </p:txBody>
      </p:sp>
      <p:sp>
        <p:nvSpPr>
          <p:cNvPr id="286" name="Rechteck 285">
            <a:extLst>
              <a:ext uri="{FF2B5EF4-FFF2-40B4-BE49-F238E27FC236}">
                <a16:creationId xmlns:a16="http://schemas.microsoft.com/office/drawing/2014/main" id="{CA7D19F2-AE3C-EC8F-EB1D-319D93CBD3FB}"/>
              </a:ext>
            </a:extLst>
          </p:cNvPr>
          <p:cNvSpPr/>
          <p:nvPr/>
        </p:nvSpPr>
        <p:spPr>
          <a:xfrm>
            <a:off x="2567608" y="5301208"/>
            <a:ext cx="972108" cy="2880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000" b="1" dirty="0">
                <a:solidFill>
                  <a:schemeClr val="tx1"/>
                </a:solidFill>
              </a:rPr>
              <a:t>Select via</a:t>
            </a:r>
            <a:br>
              <a:rPr lang="de-AT" sz="1000" b="1" dirty="0">
                <a:solidFill>
                  <a:schemeClr val="tx1"/>
                </a:solidFill>
              </a:rPr>
            </a:br>
            <a:r>
              <a:rPr lang="de-AT" sz="1000" b="1" dirty="0" err="1">
                <a:solidFill>
                  <a:schemeClr val="tx1"/>
                </a:solidFill>
              </a:rPr>
              <a:t>Solder</a:t>
            </a:r>
            <a:r>
              <a:rPr lang="de-AT" sz="1000" b="1" dirty="0">
                <a:solidFill>
                  <a:schemeClr val="tx1"/>
                </a:solidFill>
              </a:rPr>
              <a:t>-Jumper</a:t>
            </a:r>
          </a:p>
        </p:txBody>
      </p:sp>
      <p:cxnSp>
        <p:nvCxnSpPr>
          <p:cNvPr id="287" name="Gerader Verbinder 286">
            <a:extLst>
              <a:ext uri="{FF2B5EF4-FFF2-40B4-BE49-F238E27FC236}">
                <a16:creationId xmlns:a16="http://schemas.microsoft.com/office/drawing/2014/main" id="{E07D8614-56EF-D090-ED11-FE7BB68CDEE7}"/>
              </a:ext>
            </a:extLst>
          </p:cNvPr>
          <p:cNvCxnSpPr>
            <a:cxnSpLocks/>
          </p:cNvCxnSpPr>
          <p:nvPr/>
        </p:nvCxnSpPr>
        <p:spPr>
          <a:xfrm>
            <a:off x="3035660" y="5589240"/>
            <a:ext cx="0" cy="404428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Gerader Verbinder 287">
            <a:extLst>
              <a:ext uri="{FF2B5EF4-FFF2-40B4-BE49-F238E27FC236}">
                <a16:creationId xmlns:a16="http://schemas.microsoft.com/office/drawing/2014/main" id="{80D571AA-247F-A0A8-9740-F26B34E09430}"/>
              </a:ext>
            </a:extLst>
          </p:cNvPr>
          <p:cNvCxnSpPr>
            <a:cxnSpLocks/>
          </p:cNvCxnSpPr>
          <p:nvPr/>
        </p:nvCxnSpPr>
        <p:spPr>
          <a:xfrm>
            <a:off x="2747628" y="5049180"/>
            <a:ext cx="0" cy="26041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Gerader Verbinder 289">
            <a:extLst>
              <a:ext uri="{FF2B5EF4-FFF2-40B4-BE49-F238E27FC236}">
                <a16:creationId xmlns:a16="http://schemas.microsoft.com/office/drawing/2014/main" id="{39224C79-7DBD-316A-0812-43639FC15519}"/>
              </a:ext>
            </a:extLst>
          </p:cNvPr>
          <p:cNvCxnSpPr>
            <a:cxnSpLocks/>
          </p:cNvCxnSpPr>
          <p:nvPr/>
        </p:nvCxnSpPr>
        <p:spPr>
          <a:xfrm>
            <a:off x="3359696" y="5049180"/>
            <a:ext cx="0" cy="26041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1" name="Textfeld 290">
            <a:extLst>
              <a:ext uri="{FF2B5EF4-FFF2-40B4-BE49-F238E27FC236}">
                <a16:creationId xmlns:a16="http://schemas.microsoft.com/office/drawing/2014/main" id="{A2505BA6-979A-7B78-BA61-B28023AE056B}"/>
              </a:ext>
            </a:extLst>
          </p:cNvPr>
          <p:cNvSpPr txBox="1"/>
          <p:nvPr/>
        </p:nvSpPr>
        <p:spPr>
          <a:xfrm>
            <a:off x="2459596" y="4833156"/>
            <a:ext cx="6687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sz="1000" b="1" dirty="0"/>
              <a:t>I2C_ATM</a:t>
            </a:r>
          </a:p>
        </p:txBody>
      </p:sp>
      <p:sp>
        <p:nvSpPr>
          <p:cNvPr id="292" name="Textfeld 291">
            <a:extLst>
              <a:ext uri="{FF2B5EF4-FFF2-40B4-BE49-F238E27FC236}">
                <a16:creationId xmlns:a16="http://schemas.microsoft.com/office/drawing/2014/main" id="{BDFA9364-DF1C-0B56-FC42-3599A7794551}"/>
              </a:ext>
            </a:extLst>
          </p:cNvPr>
          <p:cNvSpPr txBox="1"/>
          <p:nvPr/>
        </p:nvSpPr>
        <p:spPr>
          <a:xfrm>
            <a:off x="3107668" y="4833156"/>
            <a:ext cx="6319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sz="1000" b="1" dirty="0"/>
              <a:t>I2C_NRF</a:t>
            </a:r>
          </a:p>
        </p:txBody>
      </p:sp>
      <p:cxnSp>
        <p:nvCxnSpPr>
          <p:cNvPr id="294" name="Gerader Verbinder 293">
            <a:extLst>
              <a:ext uri="{FF2B5EF4-FFF2-40B4-BE49-F238E27FC236}">
                <a16:creationId xmlns:a16="http://schemas.microsoft.com/office/drawing/2014/main" id="{44977CB9-F3AC-925F-B5D6-3F1C0B6A747B}"/>
              </a:ext>
            </a:extLst>
          </p:cNvPr>
          <p:cNvCxnSpPr>
            <a:cxnSpLocks/>
          </p:cNvCxnSpPr>
          <p:nvPr/>
        </p:nvCxnSpPr>
        <p:spPr>
          <a:xfrm>
            <a:off x="2315580" y="5589240"/>
            <a:ext cx="0" cy="404428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5" name="Textfeld 294">
            <a:extLst>
              <a:ext uri="{FF2B5EF4-FFF2-40B4-BE49-F238E27FC236}">
                <a16:creationId xmlns:a16="http://schemas.microsoft.com/office/drawing/2014/main" id="{99552708-2807-21F3-0E33-3E63778AB082}"/>
              </a:ext>
            </a:extLst>
          </p:cNvPr>
          <p:cNvSpPr txBox="1"/>
          <p:nvPr/>
        </p:nvSpPr>
        <p:spPr>
          <a:xfrm rot="16200000">
            <a:off x="1832285" y="5316451"/>
            <a:ext cx="780764" cy="2462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AT" sz="1000" dirty="0"/>
              <a:t>VMSW</a:t>
            </a:r>
          </a:p>
        </p:txBody>
      </p:sp>
      <p:sp>
        <p:nvSpPr>
          <p:cNvPr id="296" name="Textfeld 295">
            <a:extLst>
              <a:ext uri="{FF2B5EF4-FFF2-40B4-BE49-F238E27FC236}">
                <a16:creationId xmlns:a16="http://schemas.microsoft.com/office/drawing/2014/main" id="{339AC7BA-0C2C-DDB9-D0A7-C92DDBF8778C}"/>
              </a:ext>
            </a:extLst>
          </p:cNvPr>
          <p:cNvSpPr txBox="1"/>
          <p:nvPr/>
        </p:nvSpPr>
        <p:spPr>
          <a:xfrm>
            <a:off x="4835860" y="1016732"/>
            <a:ext cx="720080" cy="4001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AT" sz="1000" b="1" dirty="0"/>
              <a:t>LED VMSW</a:t>
            </a:r>
          </a:p>
        </p:txBody>
      </p:sp>
      <p:cxnSp>
        <p:nvCxnSpPr>
          <p:cNvPr id="300" name="Gerader Verbinder 299">
            <a:extLst>
              <a:ext uri="{FF2B5EF4-FFF2-40B4-BE49-F238E27FC236}">
                <a16:creationId xmlns:a16="http://schemas.microsoft.com/office/drawing/2014/main" id="{DC9B7E80-8C43-FC64-18FC-E85BB25B2F28}"/>
              </a:ext>
            </a:extLst>
          </p:cNvPr>
          <p:cNvCxnSpPr>
            <a:cxnSpLocks/>
          </p:cNvCxnSpPr>
          <p:nvPr/>
        </p:nvCxnSpPr>
        <p:spPr>
          <a:xfrm>
            <a:off x="5195900" y="1412776"/>
            <a:ext cx="0" cy="2880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4" name="Rechteck 303">
            <a:extLst>
              <a:ext uri="{FF2B5EF4-FFF2-40B4-BE49-F238E27FC236}">
                <a16:creationId xmlns:a16="http://schemas.microsoft.com/office/drawing/2014/main" id="{92C8F824-3827-2C47-C47F-BA7A930C884D}"/>
              </a:ext>
            </a:extLst>
          </p:cNvPr>
          <p:cNvSpPr/>
          <p:nvPr/>
        </p:nvSpPr>
        <p:spPr>
          <a:xfrm>
            <a:off x="4619836" y="5265204"/>
            <a:ext cx="5400600" cy="2880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000" b="1" dirty="0">
                <a:solidFill>
                  <a:schemeClr val="tx1"/>
                </a:solidFill>
              </a:rPr>
              <a:t>Select Pin </a:t>
            </a:r>
            <a:r>
              <a:rPr lang="de-AT" sz="1000" b="1" dirty="0" err="1">
                <a:solidFill>
                  <a:schemeClr val="tx1"/>
                </a:solidFill>
              </a:rPr>
              <a:t>by</a:t>
            </a:r>
            <a:r>
              <a:rPr lang="de-AT" sz="1000" b="1" dirty="0">
                <a:solidFill>
                  <a:schemeClr val="tx1"/>
                </a:solidFill>
              </a:rPr>
              <a:t> Pin via </a:t>
            </a:r>
            <a:r>
              <a:rPr lang="de-AT" sz="1000" b="1" dirty="0" err="1">
                <a:solidFill>
                  <a:schemeClr val="tx1"/>
                </a:solidFill>
              </a:rPr>
              <a:t>Solder</a:t>
            </a:r>
            <a:r>
              <a:rPr lang="de-AT" sz="1000" b="1" dirty="0">
                <a:solidFill>
                  <a:schemeClr val="tx1"/>
                </a:solidFill>
              </a:rPr>
              <a:t>-Jumper</a:t>
            </a:r>
          </a:p>
        </p:txBody>
      </p:sp>
      <p:cxnSp>
        <p:nvCxnSpPr>
          <p:cNvPr id="305" name="Gerader Verbinder 304">
            <a:extLst>
              <a:ext uri="{FF2B5EF4-FFF2-40B4-BE49-F238E27FC236}">
                <a16:creationId xmlns:a16="http://schemas.microsoft.com/office/drawing/2014/main" id="{AE4EBD66-E47A-2A1F-6738-6B9CD4522C5C}"/>
              </a:ext>
            </a:extLst>
          </p:cNvPr>
          <p:cNvCxnSpPr>
            <a:cxnSpLocks/>
          </p:cNvCxnSpPr>
          <p:nvPr/>
        </p:nvCxnSpPr>
        <p:spPr>
          <a:xfrm>
            <a:off x="4799856" y="4401108"/>
            <a:ext cx="0" cy="82809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Gerader Verbinder 307">
            <a:extLst>
              <a:ext uri="{FF2B5EF4-FFF2-40B4-BE49-F238E27FC236}">
                <a16:creationId xmlns:a16="http://schemas.microsoft.com/office/drawing/2014/main" id="{0D3BA19D-4D42-EC9B-A081-6627C6B1872A}"/>
              </a:ext>
            </a:extLst>
          </p:cNvPr>
          <p:cNvCxnSpPr>
            <a:cxnSpLocks/>
          </p:cNvCxnSpPr>
          <p:nvPr/>
        </p:nvCxnSpPr>
        <p:spPr>
          <a:xfrm>
            <a:off x="5051884" y="4401108"/>
            <a:ext cx="0" cy="82809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Gerader Verbinder 310">
            <a:extLst>
              <a:ext uri="{FF2B5EF4-FFF2-40B4-BE49-F238E27FC236}">
                <a16:creationId xmlns:a16="http://schemas.microsoft.com/office/drawing/2014/main" id="{5FE719DC-0769-C473-0AC4-9FA66E8A8F18}"/>
              </a:ext>
            </a:extLst>
          </p:cNvPr>
          <p:cNvCxnSpPr>
            <a:cxnSpLocks/>
          </p:cNvCxnSpPr>
          <p:nvPr/>
        </p:nvCxnSpPr>
        <p:spPr>
          <a:xfrm>
            <a:off x="5843972" y="4401108"/>
            <a:ext cx="0" cy="82809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Gerader Verbinder 321">
            <a:extLst>
              <a:ext uri="{FF2B5EF4-FFF2-40B4-BE49-F238E27FC236}">
                <a16:creationId xmlns:a16="http://schemas.microsoft.com/office/drawing/2014/main" id="{9C37B10E-7436-CB29-16FA-728568BE75F8}"/>
              </a:ext>
            </a:extLst>
          </p:cNvPr>
          <p:cNvCxnSpPr>
            <a:cxnSpLocks/>
          </p:cNvCxnSpPr>
          <p:nvPr/>
        </p:nvCxnSpPr>
        <p:spPr>
          <a:xfrm>
            <a:off x="6384032" y="5589240"/>
            <a:ext cx="0" cy="36004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" name="Gerader Verbinder 325">
            <a:extLst>
              <a:ext uri="{FF2B5EF4-FFF2-40B4-BE49-F238E27FC236}">
                <a16:creationId xmlns:a16="http://schemas.microsoft.com/office/drawing/2014/main" id="{F44CCB7F-D143-1230-AD3D-BEE1FD9A31C5}"/>
              </a:ext>
            </a:extLst>
          </p:cNvPr>
          <p:cNvCxnSpPr>
            <a:cxnSpLocks/>
          </p:cNvCxnSpPr>
          <p:nvPr/>
        </p:nvCxnSpPr>
        <p:spPr>
          <a:xfrm>
            <a:off x="4979876" y="2348880"/>
            <a:ext cx="0" cy="540060"/>
          </a:xfrm>
          <a:prstGeom prst="line">
            <a:avLst/>
          </a:prstGeom>
          <a:ln w="38100">
            <a:solidFill>
              <a:srgbClr val="7030A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9" name="Rechteck 328">
            <a:extLst>
              <a:ext uri="{FF2B5EF4-FFF2-40B4-BE49-F238E27FC236}">
                <a16:creationId xmlns:a16="http://schemas.microsoft.com/office/drawing/2014/main" id="{1B075C50-22E1-5F28-17CA-9C79B0B72912}"/>
              </a:ext>
            </a:extLst>
          </p:cNvPr>
          <p:cNvSpPr/>
          <p:nvPr/>
        </p:nvSpPr>
        <p:spPr>
          <a:xfrm>
            <a:off x="7896200" y="2060848"/>
            <a:ext cx="792088" cy="324036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000" b="1" dirty="0"/>
              <a:t>SWD</a:t>
            </a:r>
          </a:p>
        </p:txBody>
      </p:sp>
      <p:sp>
        <p:nvSpPr>
          <p:cNvPr id="330" name="Rechteck 329">
            <a:extLst>
              <a:ext uri="{FF2B5EF4-FFF2-40B4-BE49-F238E27FC236}">
                <a16:creationId xmlns:a16="http://schemas.microsoft.com/office/drawing/2014/main" id="{876D3D43-B99D-75F3-8EF2-C69CC821BA57}"/>
              </a:ext>
            </a:extLst>
          </p:cNvPr>
          <p:cNvSpPr/>
          <p:nvPr/>
        </p:nvSpPr>
        <p:spPr>
          <a:xfrm>
            <a:off x="4583832" y="2024844"/>
            <a:ext cx="792088" cy="324036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000" b="1" dirty="0"/>
              <a:t>ISP</a:t>
            </a:r>
          </a:p>
        </p:txBody>
      </p:sp>
      <p:cxnSp>
        <p:nvCxnSpPr>
          <p:cNvPr id="331" name="Gerader Verbinder 330">
            <a:extLst>
              <a:ext uri="{FF2B5EF4-FFF2-40B4-BE49-F238E27FC236}">
                <a16:creationId xmlns:a16="http://schemas.microsoft.com/office/drawing/2014/main" id="{D8DF3378-A71B-0305-100E-E759850D914E}"/>
              </a:ext>
            </a:extLst>
          </p:cNvPr>
          <p:cNvCxnSpPr>
            <a:cxnSpLocks/>
          </p:cNvCxnSpPr>
          <p:nvPr/>
        </p:nvCxnSpPr>
        <p:spPr>
          <a:xfrm>
            <a:off x="8292244" y="2384884"/>
            <a:ext cx="0" cy="540060"/>
          </a:xfrm>
          <a:prstGeom prst="line">
            <a:avLst/>
          </a:prstGeom>
          <a:ln w="38100">
            <a:solidFill>
              <a:srgbClr val="7030A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Gerader Verbinder 331">
            <a:extLst>
              <a:ext uri="{FF2B5EF4-FFF2-40B4-BE49-F238E27FC236}">
                <a16:creationId xmlns:a16="http://schemas.microsoft.com/office/drawing/2014/main" id="{FCC6DDBE-BD52-030C-1CB5-3229EAE7FD65}"/>
              </a:ext>
            </a:extLst>
          </p:cNvPr>
          <p:cNvCxnSpPr>
            <a:cxnSpLocks/>
          </p:cNvCxnSpPr>
          <p:nvPr/>
        </p:nvCxnSpPr>
        <p:spPr>
          <a:xfrm>
            <a:off x="7140116" y="4437112"/>
            <a:ext cx="0" cy="82809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" name="Gerader Verbinder 332">
            <a:extLst>
              <a:ext uri="{FF2B5EF4-FFF2-40B4-BE49-F238E27FC236}">
                <a16:creationId xmlns:a16="http://schemas.microsoft.com/office/drawing/2014/main" id="{488FA7A3-060A-6936-4B30-630C99FC8CF7}"/>
              </a:ext>
            </a:extLst>
          </p:cNvPr>
          <p:cNvCxnSpPr>
            <a:cxnSpLocks/>
          </p:cNvCxnSpPr>
          <p:nvPr/>
        </p:nvCxnSpPr>
        <p:spPr>
          <a:xfrm>
            <a:off x="7392144" y="4437112"/>
            <a:ext cx="0" cy="82809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Gerader Verbinder 333">
            <a:extLst>
              <a:ext uri="{FF2B5EF4-FFF2-40B4-BE49-F238E27FC236}">
                <a16:creationId xmlns:a16="http://schemas.microsoft.com/office/drawing/2014/main" id="{ED2F4C59-D72D-6E85-A6EA-343EA62DB6A0}"/>
              </a:ext>
            </a:extLst>
          </p:cNvPr>
          <p:cNvCxnSpPr>
            <a:cxnSpLocks/>
          </p:cNvCxnSpPr>
          <p:nvPr/>
        </p:nvCxnSpPr>
        <p:spPr>
          <a:xfrm>
            <a:off x="7644172" y="4437112"/>
            <a:ext cx="0" cy="82809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Gerader Verbinder 335">
            <a:extLst>
              <a:ext uri="{FF2B5EF4-FFF2-40B4-BE49-F238E27FC236}">
                <a16:creationId xmlns:a16="http://schemas.microsoft.com/office/drawing/2014/main" id="{01D30543-4FD2-DD0A-8B52-9D2AF45457EE}"/>
              </a:ext>
            </a:extLst>
          </p:cNvPr>
          <p:cNvCxnSpPr>
            <a:cxnSpLocks/>
          </p:cNvCxnSpPr>
          <p:nvPr/>
        </p:nvCxnSpPr>
        <p:spPr>
          <a:xfrm>
            <a:off x="8256240" y="4437112"/>
            <a:ext cx="0" cy="82809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Gerader Verbinder 336">
            <a:extLst>
              <a:ext uri="{FF2B5EF4-FFF2-40B4-BE49-F238E27FC236}">
                <a16:creationId xmlns:a16="http://schemas.microsoft.com/office/drawing/2014/main" id="{0475F4F9-E19F-88F6-E5D5-F0F0AA06B5A0}"/>
              </a:ext>
            </a:extLst>
          </p:cNvPr>
          <p:cNvCxnSpPr>
            <a:cxnSpLocks/>
          </p:cNvCxnSpPr>
          <p:nvPr/>
        </p:nvCxnSpPr>
        <p:spPr>
          <a:xfrm>
            <a:off x="6564052" y="5589240"/>
            <a:ext cx="0" cy="36004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8" name="Textfeld 337">
            <a:extLst>
              <a:ext uri="{FF2B5EF4-FFF2-40B4-BE49-F238E27FC236}">
                <a16:creationId xmlns:a16="http://schemas.microsoft.com/office/drawing/2014/main" id="{80778BA6-B7DD-8585-CFA7-C2BC26D2BEEF}"/>
              </a:ext>
            </a:extLst>
          </p:cNvPr>
          <p:cNvSpPr txBox="1"/>
          <p:nvPr/>
        </p:nvSpPr>
        <p:spPr>
          <a:xfrm>
            <a:off x="5807968" y="4581128"/>
            <a:ext cx="8280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000" b="1" dirty="0"/>
              <a:t>10 Lines</a:t>
            </a:r>
          </a:p>
        </p:txBody>
      </p:sp>
      <p:sp>
        <p:nvSpPr>
          <p:cNvPr id="339" name="Textfeld 338">
            <a:extLst>
              <a:ext uri="{FF2B5EF4-FFF2-40B4-BE49-F238E27FC236}">
                <a16:creationId xmlns:a16="http://schemas.microsoft.com/office/drawing/2014/main" id="{7837F71E-4F03-3316-E525-4D7819E8D3DE}"/>
              </a:ext>
            </a:extLst>
          </p:cNvPr>
          <p:cNvSpPr txBox="1"/>
          <p:nvPr/>
        </p:nvSpPr>
        <p:spPr>
          <a:xfrm>
            <a:off x="8220236" y="4581128"/>
            <a:ext cx="8280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000" b="1" dirty="0"/>
              <a:t>10 Lines</a:t>
            </a:r>
          </a:p>
        </p:txBody>
      </p:sp>
      <p:cxnSp>
        <p:nvCxnSpPr>
          <p:cNvPr id="340" name="Gerader Verbinder 339">
            <a:extLst>
              <a:ext uri="{FF2B5EF4-FFF2-40B4-BE49-F238E27FC236}">
                <a16:creationId xmlns:a16="http://schemas.microsoft.com/office/drawing/2014/main" id="{0D155B79-33E1-3F05-47F3-9CA658B04874}"/>
              </a:ext>
            </a:extLst>
          </p:cNvPr>
          <p:cNvCxnSpPr>
            <a:cxnSpLocks/>
          </p:cNvCxnSpPr>
          <p:nvPr/>
        </p:nvCxnSpPr>
        <p:spPr>
          <a:xfrm flipH="1">
            <a:off x="5159896" y="4797152"/>
            <a:ext cx="540060" cy="0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" name="Gerader Verbinder 342">
            <a:extLst>
              <a:ext uri="{FF2B5EF4-FFF2-40B4-BE49-F238E27FC236}">
                <a16:creationId xmlns:a16="http://schemas.microsoft.com/office/drawing/2014/main" id="{83BFEA5D-8F7E-AEE2-164D-422F7C325168}"/>
              </a:ext>
            </a:extLst>
          </p:cNvPr>
          <p:cNvCxnSpPr>
            <a:cxnSpLocks/>
          </p:cNvCxnSpPr>
          <p:nvPr/>
        </p:nvCxnSpPr>
        <p:spPr>
          <a:xfrm flipH="1">
            <a:off x="7680176" y="4761148"/>
            <a:ext cx="540060" cy="0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4" name="Gerader Verbinder 343">
            <a:extLst>
              <a:ext uri="{FF2B5EF4-FFF2-40B4-BE49-F238E27FC236}">
                <a16:creationId xmlns:a16="http://schemas.microsoft.com/office/drawing/2014/main" id="{1320C3D4-FCEC-DEAE-F3DC-4C762E4AB984}"/>
              </a:ext>
            </a:extLst>
          </p:cNvPr>
          <p:cNvCxnSpPr>
            <a:cxnSpLocks/>
          </p:cNvCxnSpPr>
          <p:nvPr/>
        </p:nvCxnSpPr>
        <p:spPr>
          <a:xfrm flipH="1">
            <a:off x="6708068" y="5733256"/>
            <a:ext cx="540060" cy="0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Gerader Verbinder 344">
            <a:extLst>
              <a:ext uri="{FF2B5EF4-FFF2-40B4-BE49-F238E27FC236}">
                <a16:creationId xmlns:a16="http://schemas.microsoft.com/office/drawing/2014/main" id="{9A67CBD7-F5DC-B26C-4AE0-79DC5D051A5A}"/>
              </a:ext>
            </a:extLst>
          </p:cNvPr>
          <p:cNvCxnSpPr>
            <a:cxnSpLocks/>
          </p:cNvCxnSpPr>
          <p:nvPr/>
        </p:nvCxnSpPr>
        <p:spPr>
          <a:xfrm>
            <a:off x="7428148" y="5589240"/>
            <a:ext cx="0" cy="36004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6" name="Gerader Verbinder 345">
            <a:extLst>
              <a:ext uri="{FF2B5EF4-FFF2-40B4-BE49-F238E27FC236}">
                <a16:creationId xmlns:a16="http://schemas.microsoft.com/office/drawing/2014/main" id="{DF057E6D-1A8A-F9D0-E715-24D59A69813A}"/>
              </a:ext>
            </a:extLst>
          </p:cNvPr>
          <p:cNvCxnSpPr>
            <a:cxnSpLocks/>
          </p:cNvCxnSpPr>
          <p:nvPr/>
        </p:nvCxnSpPr>
        <p:spPr>
          <a:xfrm flipH="1">
            <a:off x="2999656" y="2816932"/>
            <a:ext cx="43204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8" name="Textfeld 347">
            <a:extLst>
              <a:ext uri="{FF2B5EF4-FFF2-40B4-BE49-F238E27FC236}">
                <a16:creationId xmlns:a16="http://schemas.microsoft.com/office/drawing/2014/main" id="{4D154679-3CE4-BF06-A166-8D3408CCAA5F}"/>
              </a:ext>
            </a:extLst>
          </p:cNvPr>
          <p:cNvSpPr txBox="1"/>
          <p:nvPr/>
        </p:nvSpPr>
        <p:spPr>
          <a:xfrm>
            <a:off x="2963652" y="2600908"/>
            <a:ext cx="792088" cy="2520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AT" sz="1000" b="1" dirty="0"/>
              <a:t>EN_ATM</a:t>
            </a:r>
          </a:p>
        </p:txBody>
      </p:sp>
      <p:cxnSp>
        <p:nvCxnSpPr>
          <p:cNvPr id="349" name="Gerader Verbinder 348">
            <a:extLst>
              <a:ext uri="{FF2B5EF4-FFF2-40B4-BE49-F238E27FC236}">
                <a16:creationId xmlns:a16="http://schemas.microsoft.com/office/drawing/2014/main" id="{CC736DB3-C2D4-3DB8-0672-D52BEFA966E8}"/>
              </a:ext>
            </a:extLst>
          </p:cNvPr>
          <p:cNvCxnSpPr>
            <a:cxnSpLocks/>
          </p:cNvCxnSpPr>
          <p:nvPr/>
        </p:nvCxnSpPr>
        <p:spPr>
          <a:xfrm flipH="1">
            <a:off x="8940316" y="4293096"/>
            <a:ext cx="43204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0" name="Textfeld 349">
            <a:extLst>
              <a:ext uri="{FF2B5EF4-FFF2-40B4-BE49-F238E27FC236}">
                <a16:creationId xmlns:a16="http://schemas.microsoft.com/office/drawing/2014/main" id="{3455FD76-5E78-987E-C033-103AB72B4B78}"/>
              </a:ext>
            </a:extLst>
          </p:cNvPr>
          <p:cNvSpPr txBox="1"/>
          <p:nvPr/>
        </p:nvSpPr>
        <p:spPr>
          <a:xfrm>
            <a:off x="8976320" y="4077072"/>
            <a:ext cx="792088" cy="2520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AT" sz="1000" b="1" dirty="0"/>
              <a:t>EN_ATM</a:t>
            </a:r>
          </a:p>
        </p:txBody>
      </p:sp>
      <p:sp>
        <p:nvSpPr>
          <p:cNvPr id="351" name="Textfeld 350">
            <a:extLst>
              <a:ext uri="{FF2B5EF4-FFF2-40B4-BE49-F238E27FC236}">
                <a16:creationId xmlns:a16="http://schemas.microsoft.com/office/drawing/2014/main" id="{087C4EB8-0117-EA0E-7FD9-8FFE0574DACC}"/>
              </a:ext>
            </a:extLst>
          </p:cNvPr>
          <p:cNvSpPr txBox="1"/>
          <p:nvPr/>
        </p:nvSpPr>
        <p:spPr>
          <a:xfrm>
            <a:off x="2783632" y="6021288"/>
            <a:ext cx="1044116" cy="24622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AT" sz="1000" b="1" dirty="0"/>
              <a:t>OLED Display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9AA73230-BFA1-8075-83D1-5FABD766CFF0}"/>
              </a:ext>
            </a:extLst>
          </p:cNvPr>
          <p:cNvSpPr txBox="1"/>
          <p:nvPr/>
        </p:nvSpPr>
        <p:spPr>
          <a:xfrm rot="16200000">
            <a:off x="3344453" y="4380348"/>
            <a:ext cx="780764" cy="2462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AT" sz="1000" dirty="0"/>
              <a:t>SWVMG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D02E7452-1810-5F47-22D7-F6B6DF545B97}"/>
              </a:ext>
            </a:extLst>
          </p:cNvPr>
          <p:cNvSpPr txBox="1"/>
          <p:nvPr/>
        </p:nvSpPr>
        <p:spPr>
          <a:xfrm rot="16200000">
            <a:off x="6116761" y="2724163"/>
            <a:ext cx="780764" cy="2462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AT" sz="1000" dirty="0"/>
              <a:t>SWVMG</a:t>
            </a:r>
          </a:p>
        </p:txBody>
      </p: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A12BD6AB-6A60-4081-62BB-E20733D9B39A}"/>
              </a:ext>
            </a:extLst>
          </p:cNvPr>
          <p:cNvGrpSpPr/>
          <p:nvPr/>
        </p:nvGrpSpPr>
        <p:grpSpPr>
          <a:xfrm>
            <a:off x="5699956" y="3825044"/>
            <a:ext cx="216024" cy="504056"/>
            <a:chOff x="6552220" y="4869160"/>
            <a:chExt cx="216024" cy="504056"/>
          </a:xfrm>
        </p:grpSpPr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0A4A1FE1-EEC9-A7CD-9132-93B2685071FB}"/>
                </a:ext>
              </a:extLst>
            </p:cNvPr>
            <p:cNvSpPr/>
            <p:nvPr/>
          </p:nvSpPr>
          <p:spPr>
            <a:xfrm>
              <a:off x="6696236" y="5013176"/>
              <a:ext cx="72008" cy="720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700"/>
            </a:p>
          </p:txBody>
        </p:sp>
        <p:cxnSp>
          <p:nvCxnSpPr>
            <p:cNvPr id="7" name="Gerade Verbindung 408">
              <a:extLst>
                <a:ext uri="{FF2B5EF4-FFF2-40B4-BE49-F238E27FC236}">
                  <a16:creationId xmlns:a16="http://schemas.microsoft.com/office/drawing/2014/main" id="{0F5708EE-26A1-C396-3C09-1B07BA89C0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32240" y="4869160"/>
              <a:ext cx="0" cy="16617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Gerade Verbindung 408">
              <a:extLst>
                <a:ext uri="{FF2B5EF4-FFF2-40B4-BE49-F238E27FC236}">
                  <a16:creationId xmlns:a16="http://schemas.microsoft.com/office/drawing/2014/main" id="{784814D7-0964-2667-473B-B31ADB450015}"/>
                </a:ext>
              </a:extLst>
            </p:cNvPr>
            <p:cNvCxnSpPr>
              <a:cxnSpLocks/>
            </p:cNvCxnSpPr>
            <p:nvPr/>
          </p:nvCxnSpPr>
          <p:spPr>
            <a:xfrm>
              <a:off x="6660232" y="5013176"/>
              <a:ext cx="0" cy="21602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Gerade Verbindung 408">
              <a:extLst>
                <a:ext uri="{FF2B5EF4-FFF2-40B4-BE49-F238E27FC236}">
                  <a16:creationId xmlns:a16="http://schemas.microsoft.com/office/drawing/2014/main" id="{321656C5-CDC6-AF93-F0B0-5ED44E401B37}"/>
                </a:ext>
              </a:extLst>
            </p:cNvPr>
            <p:cNvCxnSpPr>
              <a:cxnSpLocks/>
            </p:cNvCxnSpPr>
            <p:nvPr/>
          </p:nvCxnSpPr>
          <p:spPr>
            <a:xfrm>
              <a:off x="6552220" y="5049180"/>
              <a:ext cx="0" cy="14401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Gerade Verbindung 408">
              <a:extLst>
                <a:ext uri="{FF2B5EF4-FFF2-40B4-BE49-F238E27FC236}">
                  <a16:creationId xmlns:a16="http://schemas.microsoft.com/office/drawing/2014/main" id="{0693F527-2A64-BC86-BA58-1C656DAAD6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52220" y="5085184"/>
              <a:ext cx="94729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Gerade Verbindung 408">
              <a:extLst>
                <a:ext uri="{FF2B5EF4-FFF2-40B4-BE49-F238E27FC236}">
                  <a16:creationId xmlns:a16="http://schemas.microsoft.com/office/drawing/2014/main" id="{C0EE7D88-721E-D6D0-C4D1-309D324A8F23}"/>
                </a:ext>
              </a:extLst>
            </p:cNvPr>
            <p:cNvCxnSpPr>
              <a:cxnSpLocks/>
            </p:cNvCxnSpPr>
            <p:nvPr/>
          </p:nvCxnSpPr>
          <p:spPr>
            <a:xfrm>
              <a:off x="6732240" y="5193196"/>
              <a:ext cx="0" cy="18002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Ellipse 11">
              <a:extLst>
                <a:ext uri="{FF2B5EF4-FFF2-40B4-BE49-F238E27FC236}">
                  <a16:creationId xmlns:a16="http://schemas.microsoft.com/office/drawing/2014/main" id="{47C6F461-02CB-1C8F-FA43-BB9985B7733C}"/>
                </a:ext>
              </a:extLst>
            </p:cNvPr>
            <p:cNvSpPr/>
            <p:nvPr/>
          </p:nvSpPr>
          <p:spPr>
            <a:xfrm>
              <a:off x="6696236" y="5157192"/>
              <a:ext cx="72008" cy="720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700"/>
            </a:p>
          </p:txBody>
        </p:sp>
        <p:cxnSp>
          <p:nvCxnSpPr>
            <p:cNvPr id="13" name="Gerade Verbindung 408">
              <a:extLst>
                <a:ext uri="{FF2B5EF4-FFF2-40B4-BE49-F238E27FC236}">
                  <a16:creationId xmlns:a16="http://schemas.microsoft.com/office/drawing/2014/main" id="{1840F5DB-0453-CE2B-C7D3-36733463F8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52220" y="5157192"/>
              <a:ext cx="94729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266D39A8-E6E0-6129-267E-9581D8B4B540}"/>
              </a:ext>
            </a:extLst>
          </p:cNvPr>
          <p:cNvGrpSpPr/>
          <p:nvPr/>
        </p:nvGrpSpPr>
        <p:grpSpPr>
          <a:xfrm>
            <a:off x="8580276" y="3789040"/>
            <a:ext cx="216024" cy="504056"/>
            <a:chOff x="6552220" y="4869160"/>
            <a:chExt cx="216024" cy="504056"/>
          </a:xfrm>
        </p:grpSpPr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51595AB1-5100-537E-190C-74D8B18BB66B}"/>
                </a:ext>
              </a:extLst>
            </p:cNvPr>
            <p:cNvSpPr/>
            <p:nvPr/>
          </p:nvSpPr>
          <p:spPr>
            <a:xfrm>
              <a:off x="6696236" y="5013176"/>
              <a:ext cx="72008" cy="720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700"/>
            </a:p>
          </p:txBody>
        </p:sp>
        <p:cxnSp>
          <p:nvCxnSpPr>
            <p:cNvPr id="18" name="Gerade Verbindung 408">
              <a:extLst>
                <a:ext uri="{FF2B5EF4-FFF2-40B4-BE49-F238E27FC236}">
                  <a16:creationId xmlns:a16="http://schemas.microsoft.com/office/drawing/2014/main" id="{4BAAB94B-D098-F78E-92BB-D4F404E343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32240" y="4869160"/>
              <a:ext cx="0" cy="16617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Gerade Verbindung 408">
              <a:extLst>
                <a:ext uri="{FF2B5EF4-FFF2-40B4-BE49-F238E27FC236}">
                  <a16:creationId xmlns:a16="http://schemas.microsoft.com/office/drawing/2014/main" id="{EB31980F-A502-AFB9-6149-C9F71833554A}"/>
                </a:ext>
              </a:extLst>
            </p:cNvPr>
            <p:cNvCxnSpPr>
              <a:cxnSpLocks/>
            </p:cNvCxnSpPr>
            <p:nvPr/>
          </p:nvCxnSpPr>
          <p:spPr>
            <a:xfrm>
              <a:off x="6660232" y="5013176"/>
              <a:ext cx="0" cy="21602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Gerade Verbindung 408">
              <a:extLst>
                <a:ext uri="{FF2B5EF4-FFF2-40B4-BE49-F238E27FC236}">
                  <a16:creationId xmlns:a16="http://schemas.microsoft.com/office/drawing/2014/main" id="{99A3BDB6-B5B2-2C78-6086-2F77AA87E14C}"/>
                </a:ext>
              </a:extLst>
            </p:cNvPr>
            <p:cNvCxnSpPr>
              <a:cxnSpLocks/>
            </p:cNvCxnSpPr>
            <p:nvPr/>
          </p:nvCxnSpPr>
          <p:spPr>
            <a:xfrm>
              <a:off x="6552220" y="5049180"/>
              <a:ext cx="0" cy="14401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Gerade Verbindung 408">
              <a:extLst>
                <a:ext uri="{FF2B5EF4-FFF2-40B4-BE49-F238E27FC236}">
                  <a16:creationId xmlns:a16="http://schemas.microsoft.com/office/drawing/2014/main" id="{361B5029-0FD4-0C50-C45C-EAAB573F47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52220" y="5085184"/>
              <a:ext cx="94729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Gerade Verbindung 408">
              <a:extLst>
                <a:ext uri="{FF2B5EF4-FFF2-40B4-BE49-F238E27FC236}">
                  <a16:creationId xmlns:a16="http://schemas.microsoft.com/office/drawing/2014/main" id="{4F3243D6-6C1C-6ED1-594F-C4FA6A18A98D}"/>
                </a:ext>
              </a:extLst>
            </p:cNvPr>
            <p:cNvCxnSpPr>
              <a:cxnSpLocks/>
            </p:cNvCxnSpPr>
            <p:nvPr/>
          </p:nvCxnSpPr>
          <p:spPr>
            <a:xfrm>
              <a:off x="6732240" y="5193196"/>
              <a:ext cx="0" cy="18002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Ellipse 25">
              <a:extLst>
                <a:ext uri="{FF2B5EF4-FFF2-40B4-BE49-F238E27FC236}">
                  <a16:creationId xmlns:a16="http://schemas.microsoft.com/office/drawing/2014/main" id="{7EF64745-6805-87F6-EA53-328B4E3AA9CE}"/>
                </a:ext>
              </a:extLst>
            </p:cNvPr>
            <p:cNvSpPr/>
            <p:nvPr/>
          </p:nvSpPr>
          <p:spPr>
            <a:xfrm>
              <a:off x="6696236" y="5157192"/>
              <a:ext cx="72008" cy="720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700"/>
            </a:p>
          </p:txBody>
        </p:sp>
        <p:cxnSp>
          <p:nvCxnSpPr>
            <p:cNvPr id="27" name="Gerade Verbindung 408">
              <a:extLst>
                <a:ext uri="{FF2B5EF4-FFF2-40B4-BE49-F238E27FC236}">
                  <a16:creationId xmlns:a16="http://schemas.microsoft.com/office/drawing/2014/main" id="{A961C4C4-0BB3-DBBD-58B3-0CA7F03C0C0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52220" y="5157192"/>
              <a:ext cx="94729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Textfeld 27">
            <a:extLst>
              <a:ext uri="{FF2B5EF4-FFF2-40B4-BE49-F238E27FC236}">
                <a16:creationId xmlns:a16="http://schemas.microsoft.com/office/drawing/2014/main" id="{1CB3EC0F-6C6C-2C78-B1D1-A58E6828C700}"/>
              </a:ext>
            </a:extLst>
          </p:cNvPr>
          <p:cNvSpPr txBox="1"/>
          <p:nvPr/>
        </p:nvSpPr>
        <p:spPr>
          <a:xfrm>
            <a:off x="5195900" y="3933056"/>
            <a:ext cx="8280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000" b="1" dirty="0" err="1"/>
              <a:t>Reset</a:t>
            </a:r>
            <a:endParaRPr lang="de-AT" sz="1000" b="1" dirty="0"/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75EBBC3B-6ABC-EC0B-A7CB-49E6240EE235}"/>
              </a:ext>
            </a:extLst>
          </p:cNvPr>
          <p:cNvSpPr txBox="1"/>
          <p:nvPr/>
        </p:nvSpPr>
        <p:spPr>
          <a:xfrm>
            <a:off x="8112224" y="3897052"/>
            <a:ext cx="8280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000" b="1" dirty="0" err="1"/>
              <a:t>Reset</a:t>
            </a:r>
            <a:endParaRPr lang="de-AT" sz="1000" b="1" dirty="0"/>
          </a:p>
        </p:txBody>
      </p:sp>
      <p:cxnSp>
        <p:nvCxnSpPr>
          <p:cNvPr id="37" name="Gerader Verbinder 36">
            <a:extLst>
              <a:ext uri="{FF2B5EF4-FFF2-40B4-BE49-F238E27FC236}">
                <a16:creationId xmlns:a16="http://schemas.microsoft.com/office/drawing/2014/main" id="{977A0B18-E2ED-EC2C-1B43-7595EFBB05CE}"/>
              </a:ext>
            </a:extLst>
          </p:cNvPr>
          <p:cNvCxnSpPr>
            <a:cxnSpLocks/>
          </p:cNvCxnSpPr>
          <p:nvPr/>
        </p:nvCxnSpPr>
        <p:spPr>
          <a:xfrm>
            <a:off x="5195900" y="836712"/>
            <a:ext cx="0" cy="18002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Gruppieren 41">
            <a:extLst>
              <a:ext uri="{FF2B5EF4-FFF2-40B4-BE49-F238E27FC236}">
                <a16:creationId xmlns:a16="http://schemas.microsoft.com/office/drawing/2014/main" id="{D13FE4E0-EAF9-B061-9BF4-E54153F93788}"/>
              </a:ext>
            </a:extLst>
          </p:cNvPr>
          <p:cNvGrpSpPr/>
          <p:nvPr/>
        </p:nvGrpSpPr>
        <p:grpSpPr>
          <a:xfrm>
            <a:off x="2711624" y="6309320"/>
            <a:ext cx="144016" cy="180020"/>
            <a:chOff x="4499992" y="368660"/>
            <a:chExt cx="144016" cy="180020"/>
          </a:xfrm>
        </p:grpSpPr>
        <p:cxnSp>
          <p:nvCxnSpPr>
            <p:cNvPr id="43" name="Gerader Verbinder 42">
              <a:extLst>
                <a:ext uri="{FF2B5EF4-FFF2-40B4-BE49-F238E27FC236}">
                  <a16:creationId xmlns:a16="http://schemas.microsoft.com/office/drawing/2014/main" id="{8FE8F9B9-1E7C-B8EE-8A37-A6EF74101F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72000" y="368660"/>
              <a:ext cx="0" cy="18002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Gerader Verbinder 43">
              <a:extLst>
                <a:ext uri="{FF2B5EF4-FFF2-40B4-BE49-F238E27FC236}">
                  <a16:creationId xmlns:a16="http://schemas.microsoft.com/office/drawing/2014/main" id="{45905C37-1B64-13CF-CBD3-FC107BD0EC8F}"/>
                </a:ext>
              </a:extLst>
            </p:cNvPr>
            <p:cNvCxnSpPr>
              <a:cxnSpLocks/>
            </p:cNvCxnSpPr>
            <p:nvPr/>
          </p:nvCxnSpPr>
          <p:spPr>
            <a:xfrm>
              <a:off x="4499992" y="548680"/>
              <a:ext cx="14401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Ellipse 45">
            <a:extLst>
              <a:ext uri="{FF2B5EF4-FFF2-40B4-BE49-F238E27FC236}">
                <a16:creationId xmlns:a16="http://schemas.microsoft.com/office/drawing/2014/main" id="{A90FD8F7-23C7-F274-8265-C1B93F705917}"/>
              </a:ext>
            </a:extLst>
          </p:cNvPr>
          <p:cNvSpPr/>
          <p:nvPr/>
        </p:nvSpPr>
        <p:spPr>
          <a:xfrm>
            <a:off x="4223792" y="2528900"/>
            <a:ext cx="72008" cy="7200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sz="700"/>
          </a:p>
        </p:txBody>
      </p:sp>
      <p:sp>
        <p:nvSpPr>
          <p:cNvPr id="47" name="Ellipse 46">
            <a:extLst>
              <a:ext uri="{FF2B5EF4-FFF2-40B4-BE49-F238E27FC236}">
                <a16:creationId xmlns:a16="http://schemas.microsoft.com/office/drawing/2014/main" id="{256E8BA5-967E-5CF1-111F-2B84EA8D9B95}"/>
              </a:ext>
            </a:extLst>
          </p:cNvPr>
          <p:cNvSpPr/>
          <p:nvPr/>
        </p:nvSpPr>
        <p:spPr>
          <a:xfrm>
            <a:off x="3791744" y="2528900"/>
            <a:ext cx="72008" cy="7200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sz="700"/>
          </a:p>
        </p:txBody>
      </p:sp>
      <p:sp>
        <p:nvSpPr>
          <p:cNvPr id="48" name="Ellipse 47">
            <a:extLst>
              <a:ext uri="{FF2B5EF4-FFF2-40B4-BE49-F238E27FC236}">
                <a16:creationId xmlns:a16="http://schemas.microsoft.com/office/drawing/2014/main" id="{F13EA528-4012-D736-F9F0-861D83B9A641}"/>
              </a:ext>
            </a:extLst>
          </p:cNvPr>
          <p:cNvSpPr/>
          <p:nvPr/>
        </p:nvSpPr>
        <p:spPr>
          <a:xfrm>
            <a:off x="10164452" y="2960948"/>
            <a:ext cx="72008" cy="7200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sz="700"/>
          </a:p>
        </p:txBody>
      </p:sp>
      <p:sp>
        <p:nvSpPr>
          <p:cNvPr id="49" name="Ellipse 48">
            <a:extLst>
              <a:ext uri="{FF2B5EF4-FFF2-40B4-BE49-F238E27FC236}">
                <a16:creationId xmlns:a16="http://schemas.microsoft.com/office/drawing/2014/main" id="{18A8CD56-8E61-3891-D9FA-BAAB8CACEAAE}"/>
              </a:ext>
            </a:extLst>
          </p:cNvPr>
          <p:cNvSpPr/>
          <p:nvPr/>
        </p:nvSpPr>
        <p:spPr>
          <a:xfrm>
            <a:off x="5159896" y="800708"/>
            <a:ext cx="72008" cy="7200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sz="700"/>
          </a:p>
        </p:txBody>
      </p:sp>
      <p:sp>
        <p:nvSpPr>
          <p:cNvPr id="52" name="Ellipse 51">
            <a:extLst>
              <a:ext uri="{FF2B5EF4-FFF2-40B4-BE49-F238E27FC236}">
                <a16:creationId xmlns:a16="http://schemas.microsoft.com/office/drawing/2014/main" id="{5A7039C9-0882-605A-B4AE-EB6DFC2358E1}"/>
              </a:ext>
            </a:extLst>
          </p:cNvPr>
          <p:cNvSpPr/>
          <p:nvPr/>
        </p:nvSpPr>
        <p:spPr>
          <a:xfrm>
            <a:off x="5159896" y="1664804"/>
            <a:ext cx="72008" cy="7200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sz="700"/>
          </a:p>
        </p:txBody>
      </p:sp>
      <p:grpSp>
        <p:nvGrpSpPr>
          <p:cNvPr id="55" name="Gruppieren 54">
            <a:extLst>
              <a:ext uri="{FF2B5EF4-FFF2-40B4-BE49-F238E27FC236}">
                <a16:creationId xmlns:a16="http://schemas.microsoft.com/office/drawing/2014/main" id="{5452D8EF-E29A-B367-243B-4E33B7184254}"/>
              </a:ext>
            </a:extLst>
          </p:cNvPr>
          <p:cNvGrpSpPr/>
          <p:nvPr/>
        </p:nvGrpSpPr>
        <p:grpSpPr>
          <a:xfrm>
            <a:off x="4115780" y="1016732"/>
            <a:ext cx="612167" cy="503708"/>
            <a:chOff x="827584" y="2205038"/>
            <a:chExt cx="612167" cy="503708"/>
          </a:xfrm>
        </p:grpSpPr>
        <p:cxnSp>
          <p:nvCxnSpPr>
            <p:cNvPr id="58" name="Gerader Verbinder 57">
              <a:extLst>
                <a:ext uri="{FF2B5EF4-FFF2-40B4-BE49-F238E27FC236}">
                  <a16:creationId xmlns:a16="http://schemas.microsoft.com/office/drawing/2014/main" id="{5A993B16-A029-9E75-2E47-C20186C639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67644" y="2205038"/>
              <a:ext cx="0" cy="21585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feld 58">
              <a:extLst>
                <a:ext uri="{FF2B5EF4-FFF2-40B4-BE49-F238E27FC236}">
                  <a16:creationId xmlns:a16="http://schemas.microsoft.com/office/drawing/2014/main" id="{D1542A84-D436-5394-91AE-840E5A7A6EFE}"/>
                </a:ext>
              </a:extLst>
            </p:cNvPr>
            <p:cNvSpPr txBox="1"/>
            <p:nvPr/>
          </p:nvSpPr>
          <p:spPr>
            <a:xfrm>
              <a:off x="827584" y="2349054"/>
              <a:ext cx="419478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de-AT" sz="700" dirty="0">
                  <a:latin typeface="Arial" panose="020B0604020202020204" pitchFamily="34" charset="0"/>
                  <a:cs typeface="Arial" panose="020B0604020202020204" pitchFamily="34" charset="0"/>
                </a:rPr>
                <a:t>Cap</a:t>
              </a:r>
              <a:br>
                <a:rPr lang="de-AT" sz="7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de-AT" sz="700" dirty="0">
                  <a:latin typeface="Arial" panose="020B0604020202020204" pitchFamily="34" charset="0"/>
                  <a:cs typeface="Arial" panose="020B0604020202020204" pitchFamily="34" charset="0"/>
                </a:rPr>
                <a:t>Bank</a:t>
              </a:r>
            </a:p>
          </p:txBody>
        </p:sp>
        <p:cxnSp>
          <p:nvCxnSpPr>
            <p:cNvPr id="60" name="Gerader Verbinder 59">
              <a:extLst>
                <a:ext uri="{FF2B5EF4-FFF2-40B4-BE49-F238E27FC236}">
                  <a16:creationId xmlns:a16="http://schemas.microsoft.com/office/drawing/2014/main" id="{17956CE6-0201-334A-86BB-06F0A6B5585B}"/>
                </a:ext>
              </a:extLst>
            </p:cNvPr>
            <p:cNvCxnSpPr>
              <a:cxnSpLocks/>
            </p:cNvCxnSpPr>
            <p:nvPr/>
          </p:nvCxnSpPr>
          <p:spPr>
            <a:xfrm>
              <a:off x="1295636" y="2420888"/>
              <a:ext cx="14411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Gerader Verbinder 60">
              <a:extLst>
                <a:ext uri="{FF2B5EF4-FFF2-40B4-BE49-F238E27FC236}">
                  <a16:creationId xmlns:a16="http://schemas.microsoft.com/office/drawing/2014/main" id="{A7A34ACD-54CD-EB0B-96A6-05BD37982322}"/>
                </a:ext>
              </a:extLst>
            </p:cNvPr>
            <p:cNvCxnSpPr>
              <a:cxnSpLocks/>
            </p:cNvCxnSpPr>
            <p:nvPr/>
          </p:nvCxnSpPr>
          <p:spPr>
            <a:xfrm>
              <a:off x="1295636" y="2492896"/>
              <a:ext cx="14411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Gerader Verbinder 61">
              <a:extLst>
                <a:ext uri="{FF2B5EF4-FFF2-40B4-BE49-F238E27FC236}">
                  <a16:creationId xmlns:a16="http://schemas.microsoft.com/office/drawing/2014/main" id="{FF7E419C-FF89-C103-873B-A8FEF95C07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67644" y="2492896"/>
              <a:ext cx="0" cy="21585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Ellipse 62">
            <a:extLst>
              <a:ext uri="{FF2B5EF4-FFF2-40B4-BE49-F238E27FC236}">
                <a16:creationId xmlns:a16="http://schemas.microsoft.com/office/drawing/2014/main" id="{E27808B4-A783-F139-E62C-7B95E27EA287}"/>
              </a:ext>
            </a:extLst>
          </p:cNvPr>
          <p:cNvSpPr/>
          <p:nvPr/>
        </p:nvSpPr>
        <p:spPr>
          <a:xfrm>
            <a:off x="3179676" y="1664804"/>
            <a:ext cx="72008" cy="7200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sz="700"/>
          </a:p>
        </p:txBody>
      </p:sp>
      <p:cxnSp>
        <p:nvCxnSpPr>
          <p:cNvPr id="64" name="Gerader Verbinder 63">
            <a:extLst>
              <a:ext uri="{FF2B5EF4-FFF2-40B4-BE49-F238E27FC236}">
                <a16:creationId xmlns:a16="http://schemas.microsoft.com/office/drawing/2014/main" id="{5DC229BA-BAC9-1D0E-D4D2-F0DD4EB92E3D}"/>
              </a:ext>
            </a:extLst>
          </p:cNvPr>
          <p:cNvCxnSpPr>
            <a:cxnSpLocks/>
          </p:cNvCxnSpPr>
          <p:nvPr/>
        </p:nvCxnSpPr>
        <p:spPr>
          <a:xfrm>
            <a:off x="4655840" y="1412776"/>
            <a:ext cx="0" cy="2880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Gerader Verbinder 64">
            <a:extLst>
              <a:ext uri="{FF2B5EF4-FFF2-40B4-BE49-F238E27FC236}">
                <a16:creationId xmlns:a16="http://schemas.microsoft.com/office/drawing/2014/main" id="{B0ADD4A8-59BC-81DD-6E3B-6E592F39E000}"/>
              </a:ext>
            </a:extLst>
          </p:cNvPr>
          <p:cNvCxnSpPr>
            <a:cxnSpLocks/>
          </p:cNvCxnSpPr>
          <p:nvPr/>
        </p:nvCxnSpPr>
        <p:spPr>
          <a:xfrm>
            <a:off x="4655840" y="836712"/>
            <a:ext cx="0" cy="2880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Ellipse 65">
            <a:extLst>
              <a:ext uri="{FF2B5EF4-FFF2-40B4-BE49-F238E27FC236}">
                <a16:creationId xmlns:a16="http://schemas.microsoft.com/office/drawing/2014/main" id="{922BAA85-67C9-F6B7-8475-C7F85D8B40B4}"/>
              </a:ext>
            </a:extLst>
          </p:cNvPr>
          <p:cNvSpPr/>
          <p:nvPr/>
        </p:nvSpPr>
        <p:spPr>
          <a:xfrm>
            <a:off x="4619836" y="1664804"/>
            <a:ext cx="72008" cy="7200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sz="700"/>
          </a:p>
        </p:txBody>
      </p:sp>
      <p:sp>
        <p:nvSpPr>
          <p:cNvPr id="67" name="Ellipse 66">
            <a:extLst>
              <a:ext uri="{FF2B5EF4-FFF2-40B4-BE49-F238E27FC236}">
                <a16:creationId xmlns:a16="http://schemas.microsoft.com/office/drawing/2014/main" id="{1854BEED-1958-F1F5-1703-EEA8EC686C1C}"/>
              </a:ext>
            </a:extLst>
          </p:cNvPr>
          <p:cNvSpPr/>
          <p:nvPr/>
        </p:nvSpPr>
        <p:spPr>
          <a:xfrm>
            <a:off x="4619836" y="800708"/>
            <a:ext cx="72008" cy="7200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sz="700"/>
          </a:p>
        </p:txBody>
      </p:sp>
    </p:spTree>
    <p:extLst>
      <p:ext uri="{BB962C8B-B14F-4D97-AF65-F5344CB8AC3E}">
        <p14:creationId xmlns:p14="http://schemas.microsoft.com/office/powerpoint/2010/main" val="152694557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</Words>
  <Application>Microsoft Office PowerPoint</Application>
  <PresentationFormat>Breitbild</PresentationFormat>
  <Paragraphs>60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ZUDRELL-KOCH Stefan</dc:creator>
  <cp:lastModifiedBy>ZUDRELL-KOCH Stefan</cp:lastModifiedBy>
  <cp:revision>7</cp:revision>
  <dcterms:created xsi:type="dcterms:W3CDTF">2026-04-04T05:29:03Z</dcterms:created>
  <dcterms:modified xsi:type="dcterms:W3CDTF">2026-09-01T14:35:07Z</dcterms:modified>
</cp:coreProperties>
</file>